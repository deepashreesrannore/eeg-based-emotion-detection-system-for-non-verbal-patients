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2" r:id="rId4"/>
    <p:sldId id="271" r:id="rId5"/>
    <p:sldId id="272" r:id="rId6"/>
    <p:sldId id="270" r:id="rId7"/>
    <p:sldId id="273" r:id="rId8"/>
    <p:sldId id="276" r:id="rId9"/>
    <p:sldId id="277" r:id="rId10"/>
    <p:sldId id="268" r:id="rId11"/>
    <p:sldId id="275"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249A9-B995-A43D-DE3D-9981F1892D4D}" v="553" dt="2025-12-08T22:35:39.819"/>
    <p1510:client id="{3B36BB64-A5D4-5AC4-D305-F5566CC61B88}" v="11" dt="2025-12-08T20:37:19.768"/>
    <p1510:client id="{45D50C26-4E58-4F9E-8D73-3D7CC8F0792B}" v="286" dt="2025-12-08T18:15:05.281"/>
    <p1510:client id="{9630EC4C-CB58-7DBA-BC4C-32CA5276FC44}" v="36" dt="2025-12-09T00:37:08.730"/>
    <p1510:client id="{A4EB6A46-E521-39DF-C20E-F821987DB226}" v="3419" dt="2025-12-08T22:19:11.438"/>
    <p1510:client id="{E3AE0E5F-DE78-E715-328D-C191159B529E}" v="30" dt="2025-12-08T22:18:24.6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1F6249A9-B995-A43D-DE3D-9981F1892D4D}"/>
    <pc:docChg chg="modSld">
      <pc:chgData name="Guest User" userId="" providerId="Windows Live" clId="Web-{1F6249A9-B995-A43D-DE3D-9981F1892D4D}" dt="2025-12-08T22:35:39.819" v="304" actId="1076"/>
      <pc:docMkLst>
        <pc:docMk/>
      </pc:docMkLst>
      <pc:sldChg chg="modSp">
        <pc:chgData name="Guest User" userId="" providerId="Windows Live" clId="Web-{1F6249A9-B995-A43D-DE3D-9981F1892D4D}" dt="2025-12-08T22:27:15.320" v="138" actId="1076"/>
        <pc:sldMkLst>
          <pc:docMk/>
          <pc:sldMk cId="1269660479" sldId="257"/>
        </pc:sldMkLst>
        <pc:spChg chg="mod">
          <ac:chgData name="Guest User" userId="" providerId="Windows Live" clId="Web-{1F6249A9-B995-A43D-DE3D-9981F1892D4D}" dt="2025-12-08T22:27:01.789" v="136" actId="14100"/>
          <ac:spMkLst>
            <pc:docMk/>
            <pc:sldMk cId="1269660479" sldId="257"/>
            <ac:spMk id="2" creationId="{FCBF0211-D3D5-5C29-A995-E1B40575C2F4}"/>
          </ac:spMkLst>
        </pc:spChg>
        <pc:spChg chg="mod">
          <ac:chgData name="Guest User" userId="" providerId="Windows Live" clId="Web-{1F6249A9-B995-A43D-DE3D-9981F1892D4D}" dt="2025-12-08T22:27:09.164" v="137" actId="1076"/>
          <ac:spMkLst>
            <pc:docMk/>
            <pc:sldMk cId="1269660479" sldId="257"/>
            <ac:spMk id="3" creationId="{5A819BC6-AECF-96F3-73AD-122B0C2DC93B}"/>
          </ac:spMkLst>
        </pc:spChg>
        <pc:spChg chg="mod">
          <ac:chgData name="Guest User" userId="" providerId="Windows Live" clId="Web-{1F6249A9-B995-A43D-DE3D-9981F1892D4D}" dt="2025-12-08T22:23:25.473" v="96" actId="20577"/>
          <ac:spMkLst>
            <pc:docMk/>
            <pc:sldMk cId="1269660479" sldId="257"/>
            <ac:spMk id="4" creationId="{62F6606B-0856-567D-9AA3-00FFC5C49509}"/>
          </ac:spMkLst>
        </pc:spChg>
        <pc:spChg chg="mod">
          <ac:chgData name="Guest User" userId="" providerId="Windows Live" clId="Web-{1F6249A9-B995-A43D-DE3D-9981F1892D4D}" dt="2025-12-08T22:24:37.490" v="112" actId="1076"/>
          <ac:spMkLst>
            <pc:docMk/>
            <pc:sldMk cId="1269660479" sldId="257"/>
            <ac:spMk id="5" creationId="{D55A1501-406D-8BC7-5EEE-D3E92E700C89}"/>
          </ac:spMkLst>
        </pc:spChg>
        <pc:picChg chg="mod">
          <ac:chgData name="Guest User" userId="" providerId="Windows Live" clId="Web-{1F6249A9-B995-A43D-DE3D-9981F1892D4D}" dt="2025-12-08T22:27:15.320" v="138" actId="1076"/>
          <ac:picMkLst>
            <pc:docMk/>
            <pc:sldMk cId="1269660479" sldId="257"/>
            <ac:picMk id="1026" creationId="{15CA9AD9-9D89-CFB9-E538-6CBAEA507ABA}"/>
          </ac:picMkLst>
        </pc:picChg>
      </pc:sldChg>
      <pc:sldChg chg="modSp">
        <pc:chgData name="Guest User" userId="" providerId="Windows Live" clId="Web-{1F6249A9-B995-A43D-DE3D-9981F1892D4D}" dt="2025-12-08T22:32:19.600" v="245" actId="1076"/>
        <pc:sldMkLst>
          <pc:docMk/>
          <pc:sldMk cId="2359040236" sldId="262"/>
        </pc:sldMkLst>
        <pc:spChg chg="mod">
          <ac:chgData name="Guest User" userId="" providerId="Windows Live" clId="Web-{1F6249A9-B995-A43D-DE3D-9981F1892D4D}" dt="2025-12-08T22:29:11.867" v="186" actId="20577"/>
          <ac:spMkLst>
            <pc:docMk/>
            <pc:sldMk cId="2359040236" sldId="262"/>
            <ac:spMk id="6" creationId="{072713D7-9E28-157A-6518-D605079830AD}"/>
          </ac:spMkLst>
        </pc:spChg>
        <pc:spChg chg="mod">
          <ac:chgData name="Guest User" userId="" providerId="Windows Live" clId="Web-{1F6249A9-B995-A43D-DE3D-9981F1892D4D}" dt="2025-12-08T22:31:57.288" v="224" actId="20577"/>
          <ac:spMkLst>
            <pc:docMk/>
            <pc:sldMk cId="2359040236" sldId="262"/>
            <ac:spMk id="7" creationId="{694CA484-8A71-CA6C-9EA8-C4F9F099D9E0}"/>
          </ac:spMkLst>
        </pc:spChg>
        <pc:graphicFrameChg chg="mod modGraphic">
          <ac:chgData name="Guest User" userId="" providerId="Windows Live" clId="Web-{1F6249A9-B995-A43D-DE3D-9981F1892D4D}" dt="2025-12-08T22:32:19.600" v="245" actId="1076"/>
          <ac:graphicFrameMkLst>
            <pc:docMk/>
            <pc:sldMk cId="2359040236" sldId="262"/>
            <ac:graphicFrameMk id="8" creationId="{1B88A4FC-63D8-9672-8817-FB86242DAA4C}"/>
          </ac:graphicFrameMkLst>
        </pc:graphicFrameChg>
      </pc:sldChg>
      <pc:sldChg chg="modSp">
        <pc:chgData name="Guest User" userId="" providerId="Windows Live" clId="Web-{1F6249A9-B995-A43D-DE3D-9981F1892D4D}" dt="2025-12-08T22:33:23.684" v="250" actId="1076"/>
        <pc:sldMkLst>
          <pc:docMk/>
          <pc:sldMk cId="3281644472" sldId="271"/>
        </pc:sldMkLst>
        <pc:spChg chg="mod">
          <ac:chgData name="Guest User" userId="" providerId="Windows Live" clId="Web-{1F6249A9-B995-A43D-DE3D-9981F1892D4D}" dt="2025-12-08T22:33:23.684" v="250" actId="1076"/>
          <ac:spMkLst>
            <pc:docMk/>
            <pc:sldMk cId="3281644472" sldId="271"/>
            <ac:spMk id="20" creationId="{16FA10A6-05D3-41D2-CF74-5FAD1F2383FE}"/>
          </ac:spMkLst>
        </pc:spChg>
      </pc:sldChg>
      <pc:sldChg chg="modSp">
        <pc:chgData name="Guest User" userId="" providerId="Windows Live" clId="Web-{1F6249A9-B995-A43D-DE3D-9981F1892D4D}" dt="2025-12-08T22:33:58.125" v="255" actId="1076"/>
        <pc:sldMkLst>
          <pc:docMk/>
          <pc:sldMk cId="2688285672" sldId="272"/>
        </pc:sldMkLst>
        <pc:spChg chg="mod">
          <ac:chgData name="Guest User" userId="" providerId="Windows Live" clId="Web-{1F6249A9-B995-A43D-DE3D-9981F1892D4D}" dt="2025-12-08T22:33:58.125" v="255" actId="1076"/>
          <ac:spMkLst>
            <pc:docMk/>
            <pc:sldMk cId="2688285672" sldId="272"/>
            <ac:spMk id="14" creationId="{220EF10F-30F3-7835-824B-597408D2F60C}"/>
          </ac:spMkLst>
        </pc:spChg>
      </pc:sldChg>
      <pc:sldChg chg="modSp">
        <pc:chgData name="Guest User" userId="" providerId="Windows Live" clId="Web-{1F6249A9-B995-A43D-DE3D-9981F1892D4D}" dt="2025-12-08T22:22:30.535" v="82" actId="1076"/>
        <pc:sldMkLst>
          <pc:docMk/>
          <pc:sldMk cId="3958867530" sldId="276"/>
        </pc:sldMkLst>
        <pc:spChg chg="mod">
          <ac:chgData name="Guest User" userId="" providerId="Windows Live" clId="Web-{1F6249A9-B995-A43D-DE3D-9981F1892D4D}" dt="2025-12-08T22:22:23.598" v="81" actId="20577"/>
          <ac:spMkLst>
            <pc:docMk/>
            <pc:sldMk cId="3958867530" sldId="276"/>
            <ac:spMk id="5" creationId="{0752EE69-966A-907B-B4BA-02331A3E8C9B}"/>
          </ac:spMkLst>
        </pc:spChg>
        <pc:graphicFrameChg chg="mod modGraphic">
          <ac:chgData name="Guest User" userId="" providerId="Windows Live" clId="Web-{1F6249A9-B995-A43D-DE3D-9981F1892D4D}" dt="2025-12-08T22:22:30.535" v="82" actId="1076"/>
          <ac:graphicFrameMkLst>
            <pc:docMk/>
            <pc:sldMk cId="3958867530" sldId="276"/>
            <ac:graphicFrameMk id="13" creationId="{1A768669-B234-2245-D67E-DBE859A42A0D}"/>
          </ac:graphicFrameMkLst>
        </pc:graphicFrameChg>
      </pc:sldChg>
      <pc:sldChg chg="addSp modSp">
        <pc:chgData name="Guest User" userId="" providerId="Windows Live" clId="Web-{1F6249A9-B995-A43D-DE3D-9981F1892D4D}" dt="2025-12-08T22:35:39.819" v="304" actId="1076"/>
        <pc:sldMkLst>
          <pc:docMk/>
          <pc:sldMk cId="670655884" sldId="277"/>
        </pc:sldMkLst>
        <pc:spChg chg="add mod">
          <ac:chgData name="Guest User" userId="" providerId="Windows Live" clId="Web-{1F6249A9-B995-A43D-DE3D-9981F1892D4D}" dt="2025-12-08T22:35:39.819" v="304" actId="1076"/>
          <ac:spMkLst>
            <pc:docMk/>
            <pc:sldMk cId="670655884" sldId="277"/>
            <ac:spMk id="3" creationId="{78BF83ED-D0CD-4302-F971-43E9AE245412}"/>
          </ac:spMkLst>
        </pc:spChg>
        <pc:spChg chg="mod">
          <ac:chgData name="Guest User" userId="" providerId="Windows Live" clId="Web-{1F6249A9-B995-A43D-DE3D-9981F1892D4D}" dt="2025-12-08T22:21:02.863" v="30" actId="20577"/>
          <ac:spMkLst>
            <pc:docMk/>
            <pc:sldMk cId="670655884" sldId="277"/>
            <ac:spMk id="19" creationId="{B55A1D12-D7FC-7B4B-9AF1-4224FE23EB38}"/>
          </ac:spMkLst>
        </pc:spChg>
        <pc:spChg chg="mod">
          <ac:chgData name="Guest User" userId="" providerId="Windows Live" clId="Web-{1F6249A9-B995-A43D-DE3D-9981F1892D4D}" dt="2025-12-08T22:34:26.799" v="259" actId="1076"/>
          <ac:spMkLst>
            <pc:docMk/>
            <pc:sldMk cId="670655884" sldId="277"/>
            <ac:spMk id="23" creationId="{60D7A373-92F2-FE63-3485-BF27E857C870}"/>
          </ac:spMkLst>
        </pc:spChg>
        <pc:picChg chg="mod">
          <ac:chgData name="Guest User" userId="" providerId="Windows Live" clId="Web-{1F6249A9-B995-A43D-DE3D-9981F1892D4D}" dt="2025-12-08T22:34:38.191" v="260" actId="1076"/>
          <ac:picMkLst>
            <pc:docMk/>
            <pc:sldMk cId="670655884" sldId="277"/>
            <ac:picMk id="4" creationId="{34867764-C4C9-B1CA-7749-E7F1F0E63125}"/>
          </ac:picMkLst>
        </pc:picChg>
      </pc:sldChg>
    </pc:docChg>
  </pc:docChgLst>
  <pc:docChgLst>
    <pc:chgData clId="Web-{9630EC4C-CB58-7DBA-BC4C-32CA5276FC44}"/>
    <pc:docChg chg="delSld">
      <pc:chgData name="" userId="" providerId="" clId="Web-{9630EC4C-CB58-7DBA-BC4C-32CA5276FC44}" dt="2025-12-09T00:24:55.225" v="0"/>
      <pc:docMkLst>
        <pc:docMk/>
      </pc:docMkLst>
      <pc:sldChg chg="del">
        <pc:chgData name="" userId="" providerId="" clId="Web-{9630EC4C-CB58-7DBA-BC4C-32CA5276FC44}" dt="2025-12-09T00:24:55.225" v="0"/>
        <pc:sldMkLst>
          <pc:docMk/>
          <pc:sldMk cId="1269660479" sldId="257"/>
        </pc:sldMkLst>
      </pc:sldChg>
    </pc:docChg>
  </pc:docChgLst>
  <pc:docChgLst>
    <pc:chgData name="Guest User" providerId="Windows Live" clId="Web-{3B36BB64-A5D4-5AC4-D305-F5566CC61B88}"/>
    <pc:docChg chg="modSld">
      <pc:chgData name="Guest User" userId="" providerId="Windows Live" clId="Web-{3B36BB64-A5D4-5AC4-D305-F5566CC61B88}" dt="2025-12-08T20:32:19.350" v="6" actId="20577"/>
      <pc:docMkLst>
        <pc:docMk/>
      </pc:docMkLst>
      <pc:sldChg chg="modSp">
        <pc:chgData name="Guest User" userId="" providerId="Windows Live" clId="Web-{3B36BB64-A5D4-5AC4-D305-F5566CC61B88}" dt="2025-12-08T20:32:19.350" v="6" actId="20577"/>
        <pc:sldMkLst>
          <pc:docMk/>
          <pc:sldMk cId="3960999194" sldId="270"/>
        </pc:sldMkLst>
        <pc:spChg chg="mod">
          <ac:chgData name="Guest User" userId="" providerId="Windows Live" clId="Web-{3B36BB64-A5D4-5AC4-D305-F5566CC61B88}" dt="2025-12-08T20:31:57.131" v="2" actId="1076"/>
          <ac:spMkLst>
            <pc:docMk/>
            <pc:sldMk cId="3960999194" sldId="270"/>
            <ac:spMk id="5" creationId="{6BB6E929-2D96-F9FA-ADF7-91C572FD989F}"/>
          </ac:spMkLst>
        </pc:spChg>
        <pc:spChg chg="mod">
          <ac:chgData name="Guest User" userId="" providerId="Windows Live" clId="Web-{3B36BB64-A5D4-5AC4-D305-F5566CC61B88}" dt="2025-12-08T20:32:19.350" v="6" actId="20577"/>
          <ac:spMkLst>
            <pc:docMk/>
            <pc:sldMk cId="3960999194" sldId="270"/>
            <ac:spMk id="9" creationId="{CCFC7295-078D-7065-F474-5CAC90CA4376}"/>
          </ac:spMkLst>
        </pc:spChg>
      </pc:sldChg>
    </pc:docChg>
  </pc:docChgLst>
  <pc:docChgLst>
    <pc:chgData name="Deepashree S Rannore" userId="4152238c02460167" providerId="LiveId" clId="{6F64F24C-84E7-45C1-B4CC-DE3640AA90D0}"/>
    <pc:docChg chg="undo custSel addSld delSld modSld sldOrd">
      <pc:chgData name="Deepashree S Rannore" userId="4152238c02460167" providerId="LiveId" clId="{6F64F24C-84E7-45C1-B4CC-DE3640AA90D0}" dt="2025-12-08T18:15:05.281" v="899" actId="1076"/>
      <pc:docMkLst>
        <pc:docMk/>
      </pc:docMkLst>
      <pc:sldChg chg="modSp mod">
        <pc:chgData name="Deepashree S Rannore" userId="4152238c02460167" providerId="LiveId" clId="{6F64F24C-84E7-45C1-B4CC-DE3640AA90D0}" dt="2025-12-08T16:51:29.155" v="65" actId="20577"/>
        <pc:sldMkLst>
          <pc:docMk/>
          <pc:sldMk cId="1269660479" sldId="257"/>
        </pc:sldMkLst>
        <pc:spChg chg="mod">
          <ac:chgData name="Deepashree S Rannore" userId="4152238c02460167" providerId="LiveId" clId="{6F64F24C-84E7-45C1-B4CC-DE3640AA90D0}" dt="2025-12-08T16:49:03.766" v="18" actId="20577"/>
          <ac:spMkLst>
            <pc:docMk/>
            <pc:sldMk cId="1269660479" sldId="257"/>
            <ac:spMk id="2" creationId="{FCBF0211-D3D5-5C29-A995-E1B40575C2F4}"/>
          </ac:spMkLst>
        </pc:spChg>
        <pc:spChg chg="mod">
          <ac:chgData name="Deepashree S Rannore" userId="4152238c02460167" providerId="LiveId" clId="{6F64F24C-84E7-45C1-B4CC-DE3640AA90D0}" dt="2025-12-08T16:49:25.947" v="29" actId="20577"/>
          <ac:spMkLst>
            <pc:docMk/>
            <pc:sldMk cId="1269660479" sldId="257"/>
            <ac:spMk id="3" creationId="{5A819BC6-AECF-96F3-73AD-122B0C2DC93B}"/>
          </ac:spMkLst>
        </pc:spChg>
        <pc:spChg chg="mod">
          <ac:chgData name="Deepashree S Rannore" userId="4152238c02460167" providerId="LiveId" clId="{6F64F24C-84E7-45C1-B4CC-DE3640AA90D0}" dt="2025-12-08T16:50:48.450" v="58" actId="20577"/>
          <ac:spMkLst>
            <pc:docMk/>
            <pc:sldMk cId="1269660479" sldId="257"/>
            <ac:spMk id="4" creationId="{62F6606B-0856-567D-9AA3-00FFC5C49509}"/>
          </ac:spMkLst>
        </pc:spChg>
        <pc:spChg chg="mod">
          <ac:chgData name="Deepashree S Rannore" userId="4152238c02460167" providerId="LiveId" clId="{6F64F24C-84E7-45C1-B4CC-DE3640AA90D0}" dt="2025-12-08T16:51:29.155" v="65" actId="20577"/>
          <ac:spMkLst>
            <pc:docMk/>
            <pc:sldMk cId="1269660479" sldId="257"/>
            <ac:spMk id="5" creationId="{D55A1501-406D-8BC7-5EEE-D3E92E700C89}"/>
          </ac:spMkLst>
        </pc:spChg>
      </pc:sldChg>
      <pc:sldChg chg="modSp mod">
        <pc:chgData name="Deepashree S Rannore" userId="4152238c02460167" providerId="LiveId" clId="{6F64F24C-84E7-45C1-B4CC-DE3640AA90D0}" dt="2025-12-08T17:12:30.540" v="130" actId="20577"/>
        <pc:sldMkLst>
          <pc:docMk/>
          <pc:sldMk cId="2697919972" sldId="258"/>
        </pc:sldMkLst>
        <pc:spChg chg="mod">
          <ac:chgData name="Deepashree S Rannore" userId="4152238c02460167" providerId="LiveId" clId="{6F64F24C-84E7-45C1-B4CC-DE3640AA90D0}" dt="2025-12-08T16:56:32.367" v="88" actId="20577"/>
          <ac:spMkLst>
            <pc:docMk/>
            <pc:sldMk cId="2697919972" sldId="258"/>
            <ac:spMk id="3" creationId="{369FB6C1-D621-95A9-A987-3285D264560B}"/>
          </ac:spMkLst>
        </pc:spChg>
        <pc:spChg chg="mod">
          <ac:chgData name="Deepashree S Rannore" userId="4152238c02460167" providerId="LiveId" clId="{6F64F24C-84E7-45C1-B4CC-DE3640AA90D0}" dt="2025-12-08T17:12:30.540" v="130" actId="20577"/>
          <ac:spMkLst>
            <pc:docMk/>
            <pc:sldMk cId="2697919972" sldId="258"/>
            <ac:spMk id="7" creationId="{A4903EAC-5904-B00E-5389-9944F1428709}"/>
          </ac:spMkLst>
        </pc:spChg>
      </pc:sldChg>
      <pc:sldChg chg="modSp mod">
        <pc:chgData name="Deepashree S Rannore" userId="4152238c02460167" providerId="LiveId" clId="{6F64F24C-84E7-45C1-B4CC-DE3640AA90D0}" dt="2025-12-08T17:12:43.046" v="131" actId="20577"/>
        <pc:sldMkLst>
          <pc:docMk/>
          <pc:sldMk cId="2359040236" sldId="262"/>
        </pc:sldMkLst>
        <pc:spChg chg="mod">
          <ac:chgData name="Deepashree S Rannore" userId="4152238c02460167" providerId="LiveId" clId="{6F64F24C-84E7-45C1-B4CC-DE3640AA90D0}" dt="2025-12-08T17:12:43.046" v="131" actId="20577"/>
          <ac:spMkLst>
            <pc:docMk/>
            <pc:sldMk cId="2359040236" sldId="262"/>
            <ac:spMk id="3" creationId="{6820C29A-016E-47FB-76AF-A80A570C22EC}"/>
          </ac:spMkLst>
        </pc:spChg>
      </pc:sldChg>
      <pc:sldChg chg="del">
        <pc:chgData name="Deepashree S Rannore" userId="4152238c02460167" providerId="LiveId" clId="{6F64F24C-84E7-45C1-B4CC-DE3640AA90D0}" dt="2025-12-08T17:12:50.613" v="132" actId="47"/>
        <pc:sldMkLst>
          <pc:docMk/>
          <pc:sldMk cId="4183064090" sldId="265"/>
        </pc:sldMkLst>
      </pc:sldChg>
      <pc:sldChg chg="addSp delSp modSp mod">
        <pc:chgData name="Deepashree S Rannore" userId="4152238c02460167" providerId="LiveId" clId="{6F64F24C-84E7-45C1-B4CC-DE3640AA90D0}" dt="2025-12-08T18:07:32.444" v="789" actId="1076"/>
        <pc:sldMkLst>
          <pc:docMk/>
          <pc:sldMk cId="703181469" sldId="268"/>
        </pc:sldMkLst>
        <pc:spChg chg="add del mod">
          <ac:chgData name="Deepashree S Rannore" userId="4152238c02460167" providerId="LiveId" clId="{6F64F24C-84E7-45C1-B4CC-DE3640AA90D0}" dt="2025-12-08T18:04:01.619" v="670" actId="20577"/>
          <ac:spMkLst>
            <pc:docMk/>
            <pc:sldMk cId="703181469" sldId="268"/>
            <ac:spMk id="2" creationId="{F1508261-81B2-0772-586B-86F1A6447DC0}"/>
          </ac:spMkLst>
        </pc:spChg>
        <pc:spChg chg="add del mod">
          <ac:chgData name="Deepashree S Rannore" userId="4152238c02460167" providerId="LiveId" clId="{6F64F24C-84E7-45C1-B4CC-DE3640AA90D0}" dt="2025-12-08T18:03:44.425" v="637"/>
          <ac:spMkLst>
            <pc:docMk/>
            <pc:sldMk cId="703181469" sldId="268"/>
            <ac:spMk id="3" creationId="{64926D58-AE99-FA0C-128E-A78E290C3768}"/>
          </ac:spMkLst>
        </pc:spChg>
        <pc:spChg chg="add del mod">
          <ac:chgData name="Deepashree S Rannore" userId="4152238c02460167" providerId="LiveId" clId="{6F64F24C-84E7-45C1-B4CC-DE3640AA90D0}" dt="2025-12-08T18:03:23.974" v="626" actId="478"/>
          <ac:spMkLst>
            <pc:docMk/>
            <pc:sldMk cId="703181469" sldId="268"/>
            <ac:spMk id="6" creationId="{866DE37F-563E-0439-6A7B-F26B56B1EC6F}"/>
          </ac:spMkLst>
        </pc:spChg>
        <pc:spChg chg="add del mod">
          <ac:chgData name="Deepashree S Rannore" userId="4152238c02460167" providerId="LiveId" clId="{6F64F24C-84E7-45C1-B4CC-DE3640AA90D0}" dt="2025-12-08T18:03:44.430" v="643"/>
          <ac:spMkLst>
            <pc:docMk/>
            <pc:sldMk cId="703181469" sldId="268"/>
            <ac:spMk id="7" creationId="{64B90F55-1B2B-9FB3-AE9A-0EDA260B266E}"/>
          </ac:spMkLst>
        </pc:spChg>
        <pc:spChg chg="add del mod">
          <ac:chgData name="Deepashree S Rannore" userId="4152238c02460167" providerId="LiveId" clId="{6F64F24C-84E7-45C1-B4CC-DE3640AA90D0}" dt="2025-12-08T18:03:23.974" v="626" actId="478"/>
          <ac:spMkLst>
            <pc:docMk/>
            <pc:sldMk cId="703181469" sldId="268"/>
            <ac:spMk id="9" creationId="{AC18E6B9-258E-A7D7-D5E5-690E6102A044}"/>
          </ac:spMkLst>
        </pc:spChg>
        <pc:spChg chg="add del mod">
          <ac:chgData name="Deepashree S Rannore" userId="4152238c02460167" providerId="LiveId" clId="{6F64F24C-84E7-45C1-B4CC-DE3640AA90D0}" dt="2025-12-08T18:03:44.430" v="641"/>
          <ac:spMkLst>
            <pc:docMk/>
            <pc:sldMk cId="703181469" sldId="268"/>
            <ac:spMk id="10" creationId="{7351FB8F-F5C1-E4A8-165F-8057885278A4}"/>
          </ac:spMkLst>
        </pc:spChg>
        <pc:spChg chg="add del mod">
          <ac:chgData name="Deepashree S Rannore" userId="4152238c02460167" providerId="LiveId" clId="{6F64F24C-84E7-45C1-B4CC-DE3640AA90D0}" dt="2025-12-08T18:03:44.429" v="639"/>
          <ac:spMkLst>
            <pc:docMk/>
            <pc:sldMk cId="703181469" sldId="268"/>
            <ac:spMk id="12" creationId="{FDFA8AD8-1414-7562-9DA0-52C842865C39}"/>
          </ac:spMkLst>
        </pc:spChg>
        <pc:spChg chg="add del mod">
          <ac:chgData name="Deepashree S Rannore" userId="4152238c02460167" providerId="LiveId" clId="{6F64F24C-84E7-45C1-B4CC-DE3640AA90D0}" dt="2025-12-08T18:04:33.055" v="675" actId="478"/>
          <ac:spMkLst>
            <pc:docMk/>
            <pc:sldMk cId="703181469" sldId="268"/>
            <ac:spMk id="13" creationId="{A9E4F42C-0941-532D-D638-2B0C31CFB645}"/>
          </ac:spMkLst>
        </pc:spChg>
        <pc:spChg chg="add mod">
          <ac:chgData name="Deepashree S Rannore" userId="4152238c02460167" providerId="LiveId" clId="{6F64F24C-84E7-45C1-B4CC-DE3640AA90D0}" dt="2025-12-08T18:05:34.887" v="684" actId="14100"/>
          <ac:spMkLst>
            <pc:docMk/>
            <pc:sldMk cId="703181469" sldId="268"/>
            <ac:spMk id="19" creationId="{9952845D-D8EB-89B8-AA01-C4C9FC8BBB99}"/>
          </ac:spMkLst>
        </pc:spChg>
        <pc:spChg chg="add mod">
          <ac:chgData name="Deepashree S Rannore" userId="4152238c02460167" providerId="LiveId" clId="{6F64F24C-84E7-45C1-B4CC-DE3640AA90D0}" dt="2025-12-08T18:06:57.275" v="778" actId="20577"/>
          <ac:spMkLst>
            <pc:docMk/>
            <pc:sldMk cId="703181469" sldId="268"/>
            <ac:spMk id="23" creationId="{DC6BB5D0-1690-2C7B-D35E-726B9323237C}"/>
          </ac:spMkLst>
        </pc:spChg>
        <pc:graphicFrameChg chg="add del modGraphic">
          <ac:chgData name="Deepashree S Rannore" userId="4152238c02460167" providerId="LiveId" clId="{6F64F24C-84E7-45C1-B4CC-DE3640AA90D0}" dt="2025-12-08T18:03:44.425" v="635" actId="478"/>
          <ac:graphicFrameMkLst>
            <pc:docMk/>
            <pc:sldMk cId="703181469" sldId="268"/>
            <ac:graphicFrameMk id="5" creationId="{E5AEDFB8-4286-94C4-4577-5F40AFE1AB84}"/>
          </ac:graphicFrameMkLst>
        </pc:graphicFrameChg>
        <pc:picChg chg="add del mod">
          <ac:chgData name="Deepashree S Rannore" userId="4152238c02460167" providerId="LiveId" clId="{6F64F24C-84E7-45C1-B4CC-DE3640AA90D0}" dt="2025-12-08T18:04:40.266" v="677" actId="478"/>
          <ac:picMkLst>
            <pc:docMk/>
            <pc:sldMk cId="703181469" sldId="268"/>
            <ac:picMk id="15" creationId="{8799BCB5-1146-799A-CECC-E6384BAAC06C}"/>
          </ac:picMkLst>
        </pc:picChg>
        <pc:picChg chg="add mod">
          <ac:chgData name="Deepashree S Rannore" userId="4152238c02460167" providerId="LiveId" clId="{6F64F24C-84E7-45C1-B4CC-DE3640AA90D0}" dt="2025-12-08T18:04:53.460" v="681" actId="1076"/>
          <ac:picMkLst>
            <pc:docMk/>
            <pc:sldMk cId="703181469" sldId="268"/>
            <ac:picMk id="17" creationId="{DEA46B90-45A9-3954-5C6D-BD8EA2F1B789}"/>
          </ac:picMkLst>
        </pc:picChg>
        <pc:picChg chg="add del mod">
          <ac:chgData name="Deepashree S Rannore" userId="4152238c02460167" providerId="LiveId" clId="{6F64F24C-84E7-45C1-B4CC-DE3640AA90D0}" dt="2025-12-08T18:07:13.205" v="779" actId="478"/>
          <ac:picMkLst>
            <pc:docMk/>
            <pc:sldMk cId="703181469" sldId="268"/>
            <ac:picMk id="21" creationId="{436AAE55-AC7A-7522-F9F9-6E1881A30300}"/>
          </ac:picMkLst>
        </pc:picChg>
        <pc:picChg chg="add mod">
          <ac:chgData name="Deepashree S Rannore" userId="4152238c02460167" providerId="LiveId" clId="{6F64F24C-84E7-45C1-B4CC-DE3640AA90D0}" dt="2025-12-08T18:07:32.444" v="789" actId="1076"/>
          <ac:picMkLst>
            <pc:docMk/>
            <pc:sldMk cId="703181469" sldId="268"/>
            <ac:picMk id="25" creationId="{4C3FD76D-A698-4BED-21C4-E8E1471E8C84}"/>
          </ac:picMkLst>
        </pc:picChg>
        <pc:picChg chg="del">
          <ac:chgData name="Deepashree S Rannore" userId="4152238c02460167" providerId="LiveId" clId="{6F64F24C-84E7-45C1-B4CC-DE3640AA90D0}" dt="2025-12-08T18:03:02.913" v="622" actId="21"/>
          <ac:picMkLst>
            <pc:docMk/>
            <pc:sldMk cId="703181469" sldId="268"/>
            <ac:picMk id="7170" creationId="{C6495E85-4F99-F226-9801-8AA2096721BE}"/>
          </ac:picMkLst>
        </pc:picChg>
      </pc:sldChg>
      <pc:sldChg chg="addSp delSp modSp mod">
        <pc:chgData name="Deepashree S Rannore" userId="4152238c02460167" providerId="LiveId" clId="{6F64F24C-84E7-45C1-B4CC-DE3640AA90D0}" dt="2025-12-08T17:14:07.566" v="138" actId="478"/>
        <pc:sldMkLst>
          <pc:docMk/>
          <pc:sldMk cId="3960999194" sldId="270"/>
        </pc:sldMkLst>
        <pc:spChg chg="add del mod">
          <ac:chgData name="Deepashree S Rannore" userId="4152238c02460167" providerId="LiveId" clId="{6F64F24C-84E7-45C1-B4CC-DE3640AA90D0}" dt="2025-12-08T17:14:07.566" v="138" actId="478"/>
          <ac:spMkLst>
            <pc:docMk/>
            <pc:sldMk cId="3960999194" sldId="270"/>
            <ac:spMk id="6" creationId="{88244BC0-414F-443F-1A83-1FF980D9704F}"/>
          </ac:spMkLst>
        </pc:spChg>
        <pc:spChg chg="mod">
          <ac:chgData name="Deepashree S Rannore" userId="4152238c02460167" providerId="LiveId" clId="{6F64F24C-84E7-45C1-B4CC-DE3640AA90D0}" dt="2025-12-08T17:13:26.964" v="133" actId="20577"/>
          <ac:spMkLst>
            <pc:docMk/>
            <pc:sldMk cId="3960999194" sldId="270"/>
            <ac:spMk id="9" creationId="{CCFC7295-078D-7065-F474-5CAC90CA4376}"/>
          </ac:spMkLst>
        </pc:spChg>
        <pc:spChg chg="del mod">
          <ac:chgData name="Deepashree S Rannore" userId="4152238c02460167" providerId="LiveId" clId="{6F64F24C-84E7-45C1-B4CC-DE3640AA90D0}" dt="2025-12-08T17:13:36.952" v="135" actId="478"/>
          <ac:spMkLst>
            <pc:docMk/>
            <pc:sldMk cId="3960999194" sldId="270"/>
            <ac:spMk id="13" creationId="{9BDB50E2-3894-D19B-A0BD-58794DE77ACF}"/>
          </ac:spMkLst>
        </pc:spChg>
        <pc:picChg chg="mod">
          <ac:chgData name="Deepashree S Rannore" userId="4152238c02460167" providerId="LiveId" clId="{6F64F24C-84E7-45C1-B4CC-DE3640AA90D0}" dt="2025-12-08T17:14:02.635" v="137" actId="1076"/>
          <ac:picMkLst>
            <pc:docMk/>
            <pc:sldMk cId="3960999194" sldId="270"/>
            <ac:picMk id="3" creationId="{6CA6D33E-FAF2-2123-3FB6-5CCC6F0DBF81}"/>
          </ac:picMkLst>
        </pc:picChg>
        <pc:picChg chg="del">
          <ac:chgData name="Deepashree S Rannore" userId="4152238c02460167" providerId="LiveId" clId="{6F64F24C-84E7-45C1-B4CC-DE3640AA90D0}" dt="2025-12-08T17:13:49.301" v="136" actId="478"/>
          <ac:picMkLst>
            <pc:docMk/>
            <pc:sldMk cId="3960999194" sldId="270"/>
            <ac:picMk id="4100" creationId="{F55B68E0-C271-DEE2-7AF8-682E31317D97}"/>
          </ac:picMkLst>
        </pc:picChg>
      </pc:sldChg>
      <pc:sldChg chg="addSp delSp modSp add mod">
        <pc:chgData name="Deepashree S Rannore" userId="4152238c02460167" providerId="LiveId" clId="{6F64F24C-84E7-45C1-B4CC-DE3640AA90D0}" dt="2025-12-08T17:26:52.341" v="225" actId="1076"/>
        <pc:sldMkLst>
          <pc:docMk/>
          <pc:sldMk cId="3281644472" sldId="271"/>
        </pc:sldMkLst>
        <pc:spChg chg="mod">
          <ac:chgData name="Deepashree S Rannore" userId="4152238c02460167" providerId="LiveId" clId="{6F64F24C-84E7-45C1-B4CC-DE3640AA90D0}" dt="2025-12-08T17:15:54.787" v="177" actId="20577"/>
          <ac:spMkLst>
            <pc:docMk/>
            <pc:sldMk cId="3281644472" sldId="271"/>
            <ac:spMk id="2" creationId="{C4B37033-1839-2583-2FB3-20A876569D55}"/>
          </ac:spMkLst>
        </pc:spChg>
        <pc:spChg chg="del mod">
          <ac:chgData name="Deepashree S Rannore" userId="4152238c02460167" providerId="LiveId" clId="{6F64F24C-84E7-45C1-B4CC-DE3640AA90D0}" dt="2025-12-08T17:14:54.011" v="143" actId="478"/>
          <ac:spMkLst>
            <pc:docMk/>
            <pc:sldMk cId="3281644472" sldId="271"/>
            <ac:spMk id="5" creationId="{59CD769F-19DD-A4BC-4F33-57F4AAE20247}"/>
          </ac:spMkLst>
        </pc:spChg>
        <pc:spChg chg="add del">
          <ac:chgData name="Deepashree S Rannore" userId="4152238c02460167" providerId="LiveId" clId="{6F64F24C-84E7-45C1-B4CC-DE3640AA90D0}" dt="2025-12-08T17:16:15.294" v="179" actId="22"/>
          <ac:spMkLst>
            <pc:docMk/>
            <pc:sldMk cId="3281644472" sldId="271"/>
            <ac:spMk id="7" creationId="{D2EF1A14-248B-DA25-7FB5-BE61697B9D61}"/>
          </ac:spMkLst>
        </pc:spChg>
        <pc:spChg chg="mod">
          <ac:chgData name="Deepashree S Rannore" userId="4152238c02460167" providerId="LiveId" clId="{6F64F24C-84E7-45C1-B4CC-DE3640AA90D0}" dt="2025-12-08T17:15:01.414" v="144" actId="20577"/>
          <ac:spMkLst>
            <pc:docMk/>
            <pc:sldMk cId="3281644472" sldId="271"/>
            <ac:spMk id="9" creationId="{A92D9CDE-D913-FBF5-FCB2-12923564C959}"/>
          </ac:spMkLst>
        </pc:spChg>
        <pc:spChg chg="add mod">
          <ac:chgData name="Deepashree S Rannore" userId="4152238c02460167" providerId="LiveId" clId="{6F64F24C-84E7-45C1-B4CC-DE3640AA90D0}" dt="2025-12-08T17:25:44.260" v="221" actId="1076"/>
          <ac:spMkLst>
            <pc:docMk/>
            <pc:sldMk cId="3281644472" sldId="271"/>
            <ac:spMk id="12" creationId="{65E591AA-AD65-E4A4-A92A-698AEB6FA50B}"/>
          </ac:spMkLst>
        </pc:spChg>
        <pc:spChg chg="add mod">
          <ac:chgData name="Deepashree S Rannore" userId="4152238c02460167" providerId="LiveId" clId="{6F64F24C-84E7-45C1-B4CC-DE3640AA90D0}" dt="2025-12-08T17:26:52.341" v="225" actId="1076"/>
          <ac:spMkLst>
            <pc:docMk/>
            <pc:sldMk cId="3281644472" sldId="271"/>
            <ac:spMk id="20" creationId="{16FA10A6-05D3-41D2-CF74-5FAD1F2383FE}"/>
          </ac:spMkLst>
        </pc:spChg>
        <pc:picChg chg="del">
          <ac:chgData name="Deepashree S Rannore" userId="4152238c02460167" providerId="LiveId" clId="{6F64F24C-84E7-45C1-B4CC-DE3640AA90D0}" dt="2025-12-08T17:14:43.776" v="140" actId="478"/>
          <ac:picMkLst>
            <pc:docMk/>
            <pc:sldMk cId="3281644472" sldId="271"/>
            <ac:picMk id="3" creationId="{03E5DDA0-62F8-BD81-FB99-356CDB27D304}"/>
          </ac:picMkLst>
        </pc:picChg>
        <pc:picChg chg="del">
          <ac:chgData name="Deepashree S Rannore" userId="4152238c02460167" providerId="LiveId" clId="{6F64F24C-84E7-45C1-B4CC-DE3640AA90D0}" dt="2025-12-08T17:14:47.566" v="141" actId="478"/>
          <ac:picMkLst>
            <pc:docMk/>
            <pc:sldMk cId="3281644472" sldId="271"/>
            <ac:picMk id="4" creationId="{5B36A63B-0B11-6EE0-9800-F49477486DB9}"/>
          </ac:picMkLst>
        </pc:picChg>
        <pc:picChg chg="add del mod">
          <ac:chgData name="Deepashree S Rannore" userId="4152238c02460167" providerId="LiveId" clId="{6F64F24C-84E7-45C1-B4CC-DE3640AA90D0}" dt="2025-12-08T17:23:01.010" v="195" actId="478"/>
          <ac:picMkLst>
            <pc:docMk/>
            <pc:sldMk cId="3281644472" sldId="271"/>
            <ac:picMk id="10" creationId="{CC134FC7-F9C3-EF3B-E029-3B97D8178495}"/>
          </ac:picMkLst>
        </pc:picChg>
        <pc:picChg chg="add del mod">
          <ac:chgData name="Deepashree S Rannore" userId="4152238c02460167" providerId="LiveId" clId="{6F64F24C-84E7-45C1-B4CC-DE3640AA90D0}" dt="2025-12-08T17:23:33.599" v="203" actId="478"/>
          <ac:picMkLst>
            <pc:docMk/>
            <pc:sldMk cId="3281644472" sldId="271"/>
            <ac:picMk id="14" creationId="{CC84B349-065A-15C6-167B-90CD0F4148E4}"/>
          </ac:picMkLst>
        </pc:picChg>
        <pc:picChg chg="add mod">
          <ac:chgData name="Deepashree S Rannore" userId="4152238c02460167" providerId="LiveId" clId="{6F64F24C-84E7-45C1-B4CC-DE3640AA90D0}" dt="2025-12-08T17:25:56.235" v="224" actId="14100"/>
          <ac:picMkLst>
            <pc:docMk/>
            <pc:sldMk cId="3281644472" sldId="271"/>
            <ac:picMk id="16" creationId="{88AC1421-1D0B-4C66-AE6E-1CB20B6C0EAA}"/>
          </ac:picMkLst>
        </pc:picChg>
        <pc:picChg chg="add mod">
          <ac:chgData name="Deepashree S Rannore" userId="4152238c02460167" providerId="LiveId" clId="{6F64F24C-84E7-45C1-B4CC-DE3640AA90D0}" dt="2025-12-08T17:25:30.368" v="220" actId="14100"/>
          <ac:picMkLst>
            <pc:docMk/>
            <pc:sldMk cId="3281644472" sldId="271"/>
            <ac:picMk id="18" creationId="{2361DBAC-E6B8-17C5-57A5-9CFE1D0512F4}"/>
          </ac:picMkLst>
        </pc:picChg>
      </pc:sldChg>
      <pc:sldChg chg="addSp delSp modSp add mod">
        <pc:chgData name="Deepashree S Rannore" userId="4152238c02460167" providerId="LiveId" clId="{6F64F24C-84E7-45C1-B4CC-DE3640AA90D0}" dt="2025-12-08T17:34:37.845" v="267" actId="1076"/>
        <pc:sldMkLst>
          <pc:docMk/>
          <pc:sldMk cId="2688285672" sldId="272"/>
        </pc:sldMkLst>
        <pc:spChg chg="add mod">
          <ac:chgData name="Deepashree S Rannore" userId="4152238c02460167" providerId="LiveId" clId="{6F64F24C-84E7-45C1-B4CC-DE3640AA90D0}" dt="2025-12-08T17:34:15.427" v="265" actId="1076"/>
          <ac:spMkLst>
            <pc:docMk/>
            <pc:sldMk cId="2688285672" sldId="272"/>
            <ac:spMk id="11" creationId="{642D44C8-FC00-2C85-A803-8C70EF71030F}"/>
          </ac:spMkLst>
        </pc:spChg>
        <pc:spChg chg="del mod">
          <ac:chgData name="Deepashree S Rannore" userId="4152238c02460167" providerId="LiveId" clId="{6F64F24C-84E7-45C1-B4CC-DE3640AA90D0}" dt="2025-12-08T17:27:58.118" v="230" actId="478"/>
          <ac:spMkLst>
            <pc:docMk/>
            <pc:sldMk cId="2688285672" sldId="272"/>
            <ac:spMk id="12" creationId="{A6076CD9-6355-844E-F55E-63A4B459D30B}"/>
          </ac:spMkLst>
        </pc:spChg>
        <pc:spChg chg="add mod">
          <ac:chgData name="Deepashree S Rannore" userId="4152238c02460167" providerId="LiveId" clId="{6F64F24C-84E7-45C1-B4CC-DE3640AA90D0}" dt="2025-12-08T17:34:37.845" v="267" actId="1076"/>
          <ac:spMkLst>
            <pc:docMk/>
            <pc:sldMk cId="2688285672" sldId="272"/>
            <ac:spMk id="14" creationId="{220EF10F-30F3-7835-824B-597408D2F60C}"/>
          </ac:spMkLst>
        </pc:spChg>
        <pc:spChg chg="del">
          <ac:chgData name="Deepashree S Rannore" userId="4152238c02460167" providerId="LiveId" clId="{6F64F24C-84E7-45C1-B4CC-DE3640AA90D0}" dt="2025-12-08T17:28:01.685" v="231" actId="478"/>
          <ac:spMkLst>
            <pc:docMk/>
            <pc:sldMk cId="2688285672" sldId="272"/>
            <ac:spMk id="20" creationId="{A42D8783-CC23-5581-9D05-CD08CEA67391}"/>
          </ac:spMkLst>
        </pc:spChg>
        <pc:picChg chg="add del mod">
          <ac:chgData name="Deepashree S Rannore" userId="4152238c02460167" providerId="LiveId" clId="{6F64F24C-84E7-45C1-B4CC-DE3640AA90D0}" dt="2025-12-08T17:29:37.498" v="237" actId="478"/>
          <ac:picMkLst>
            <pc:docMk/>
            <pc:sldMk cId="2688285672" sldId="272"/>
            <ac:picMk id="4" creationId="{163BE631-73A0-E53E-9663-2F67B15949A4}"/>
          </ac:picMkLst>
        </pc:picChg>
        <pc:picChg chg="add mod modCrop">
          <ac:chgData name="Deepashree S Rannore" userId="4152238c02460167" providerId="LiveId" clId="{6F64F24C-84E7-45C1-B4CC-DE3640AA90D0}" dt="2025-12-08T17:34:03.063" v="264" actId="14100"/>
          <ac:picMkLst>
            <pc:docMk/>
            <pc:sldMk cId="2688285672" sldId="272"/>
            <ac:picMk id="6" creationId="{35002F8A-C195-912A-E833-6484E95E325F}"/>
          </ac:picMkLst>
        </pc:picChg>
        <pc:picChg chg="add mod">
          <ac:chgData name="Deepashree S Rannore" userId="4152238c02460167" providerId="LiveId" clId="{6F64F24C-84E7-45C1-B4CC-DE3640AA90D0}" dt="2025-12-08T17:32:29.185" v="246" actId="1076"/>
          <ac:picMkLst>
            <pc:docMk/>
            <pc:sldMk cId="2688285672" sldId="272"/>
            <ac:picMk id="8" creationId="{F9D88DA3-0F8C-5466-B2C3-4FA83874234E}"/>
          </ac:picMkLst>
        </pc:picChg>
        <pc:picChg chg="del">
          <ac:chgData name="Deepashree S Rannore" userId="4152238c02460167" providerId="LiveId" clId="{6F64F24C-84E7-45C1-B4CC-DE3640AA90D0}" dt="2025-12-08T17:27:49.200" v="227" actId="478"/>
          <ac:picMkLst>
            <pc:docMk/>
            <pc:sldMk cId="2688285672" sldId="272"/>
            <ac:picMk id="16" creationId="{F9E9221B-47D0-1511-F292-E1BEA170F041}"/>
          </ac:picMkLst>
        </pc:picChg>
        <pc:picChg chg="del">
          <ac:chgData name="Deepashree S Rannore" userId="4152238c02460167" providerId="LiveId" clId="{6F64F24C-84E7-45C1-B4CC-DE3640AA90D0}" dt="2025-12-08T17:27:51.682" v="228" actId="478"/>
          <ac:picMkLst>
            <pc:docMk/>
            <pc:sldMk cId="2688285672" sldId="272"/>
            <ac:picMk id="18" creationId="{044743C8-0F03-A5D7-AF4F-25B4C6EBD122}"/>
          </ac:picMkLst>
        </pc:picChg>
      </pc:sldChg>
      <pc:sldChg chg="addSp delSp modSp add mod">
        <pc:chgData name="Deepashree S Rannore" userId="4152238c02460167" providerId="LiveId" clId="{6F64F24C-84E7-45C1-B4CC-DE3640AA90D0}" dt="2025-12-08T18:02:31.785" v="621" actId="1076"/>
        <pc:sldMkLst>
          <pc:docMk/>
          <pc:sldMk cId="332681360" sldId="273"/>
        </pc:sldMkLst>
        <pc:spChg chg="mod">
          <ac:chgData name="Deepashree S Rannore" userId="4152238c02460167" providerId="LiveId" clId="{6F64F24C-84E7-45C1-B4CC-DE3640AA90D0}" dt="2025-12-08T17:59:23.852" v="590" actId="20577"/>
          <ac:spMkLst>
            <pc:docMk/>
            <pc:sldMk cId="332681360" sldId="273"/>
            <ac:spMk id="2" creationId="{DCA135B0-5A86-FF71-8148-F0FADB8D23D3}"/>
          </ac:spMkLst>
        </pc:spChg>
        <pc:spChg chg="del">
          <ac:chgData name="Deepashree S Rannore" userId="4152238c02460167" providerId="LiveId" clId="{6F64F24C-84E7-45C1-B4CC-DE3640AA90D0}" dt="2025-12-08T17:35:33.892" v="271" actId="478"/>
          <ac:spMkLst>
            <pc:docMk/>
            <pc:sldMk cId="332681360" sldId="273"/>
            <ac:spMk id="11" creationId="{B4046DBC-BF91-75BC-9CF7-40621192AA0C}"/>
          </ac:spMkLst>
        </pc:spChg>
        <pc:spChg chg="del">
          <ac:chgData name="Deepashree S Rannore" userId="4152238c02460167" providerId="LiveId" clId="{6F64F24C-84E7-45C1-B4CC-DE3640AA90D0}" dt="2025-12-08T17:35:30.281" v="270" actId="478"/>
          <ac:spMkLst>
            <pc:docMk/>
            <pc:sldMk cId="332681360" sldId="273"/>
            <ac:spMk id="14" creationId="{D98B1181-A339-75AE-8FE1-6C03D27B6AD9}"/>
          </ac:spMkLst>
        </pc:spChg>
        <pc:spChg chg="add mod">
          <ac:chgData name="Deepashree S Rannore" userId="4152238c02460167" providerId="LiveId" clId="{6F64F24C-84E7-45C1-B4CC-DE3640AA90D0}" dt="2025-12-08T18:02:31.785" v="621" actId="1076"/>
          <ac:spMkLst>
            <pc:docMk/>
            <pc:sldMk cId="332681360" sldId="273"/>
            <ac:spMk id="15" creationId="{C9DCDABF-3D2C-6416-71AF-DC531C15FAC5}"/>
          </ac:spMkLst>
        </pc:spChg>
        <pc:picChg chg="add del mod">
          <ac:chgData name="Deepashree S Rannore" userId="4152238c02460167" providerId="LiveId" clId="{6F64F24C-84E7-45C1-B4CC-DE3640AA90D0}" dt="2025-12-08T17:59:41.710" v="596" actId="22"/>
          <ac:picMkLst>
            <pc:docMk/>
            <pc:sldMk cId="332681360" sldId="273"/>
            <ac:picMk id="4" creationId="{4F209BAF-E8D5-BA62-3CB0-A5F5009D1A6E}"/>
          </ac:picMkLst>
        </pc:picChg>
        <pc:picChg chg="del">
          <ac:chgData name="Deepashree S Rannore" userId="4152238c02460167" providerId="LiveId" clId="{6F64F24C-84E7-45C1-B4CC-DE3640AA90D0}" dt="2025-12-08T17:35:26.332" v="269" actId="478"/>
          <ac:picMkLst>
            <pc:docMk/>
            <pc:sldMk cId="332681360" sldId="273"/>
            <ac:picMk id="6" creationId="{280BBDF9-D659-9E9A-52E2-43C954C7A0A8}"/>
          </ac:picMkLst>
        </pc:picChg>
        <pc:picChg chg="add mod">
          <ac:chgData name="Deepashree S Rannore" userId="4152238c02460167" providerId="LiveId" clId="{6F64F24C-84E7-45C1-B4CC-DE3640AA90D0}" dt="2025-12-08T18:01:22.334" v="614" actId="14100"/>
          <ac:picMkLst>
            <pc:docMk/>
            <pc:sldMk cId="332681360" sldId="273"/>
            <ac:picMk id="7" creationId="{3412BC25-5404-520A-F3D9-04213D21A00C}"/>
          </ac:picMkLst>
        </pc:picChg>
        <pc:picChg chg="del">
          <ac:chgData name="Deepashree S Rannore" userId="4152238c02460167" providerId="LiveId" clId="{6F64F24C-84E7-45C1-B4CC-DE3640AA90D0}" dt="2025-12-08T17:35:35.164" v="272" actId="478"/>
          <ac:picMkLst>
            <pc:docMk/>
            <pc:sldMk cId="332681360" sldId="273"/>
            <ac:picMk id="8" creationId="{5BB09990-0F98-E42E-C103-989DFF84419B}"/>
          </ac:picMkLst>
        </pc:picChg>
        <pc:picChg chg="add mod">
          <ac:chgData name="Deepashree S Rannore" userId="4152238c02460167" providerId="LiveId" clId="{6F64F24C-84E7-45C1-B4CC-DE3640AA90D0}" dt="2025-12-08T18:01:11.255" v="611" actId="14100"/>
          <ac:picMkLst>
            <pc:docMk/>
            <pc:sldMk cId="332681360" sldId="273"/>
            <ac:picMk id="12" creationId="{67AA069A-50C7-0426-D2F8-FFD190D2426F}"/>
          </ac:picMkLst>
        </pc:picChg>
      </pc:sldChg>
      <pc:sldChg chg="addSp modSp add mod ord">
        <pc:chgData name="Deepashree S Rannore" userId="4152238c02460167" providerId="LiveId" clId="{6F64F24C-84E7-45C1-B4CC-DE3640AA90D0}" dt="2025-12-08T18:03:08.709" v="624" actId="1076"/>
        <pc:sldMkLst>
          <pc:docMk/>
          <pc:sldMk cId="2627908766" sldId="274"/>
        </pc:sldMkLst>
        <pc:spChg chg="mod">
          <ac:chgData name="Deepashree S Rannore" userId="4152238c02460167" providerId="LiveId" clId="{6F64F24C-84E7-45C1-B4CC-DE3640AA90D0}" dt="2025-12-08T17:58:19.671" v="563" actId="20577"/>
          <ac:spMkLst>
            <pc:docMk/>
            <pc:sldMk cId="2627908766" sldId="274"/>
            <ac:spMk id="2" creationId="{4CB21B7C-BCAC-9183-4A0C-D4513C27C31F}"/>
          </ac:spMkLst>
        </pc:spChg>
        <pc:spChg chg="add mod">
          <ac:chgData name="Deepashree S Rannore" userId="4152238c02460167" providerId="LiveId" clId="{6F64F24C-84E7-45C1-B4CC-DE3640AA90D0}" dt="2025-12-08T17:38:05.059" v="293" actId="20577"/>
          <ac:spMkLst>
            <pc:docMk/>
            <pc:sldMk cId="2627908766" sldId="274"/>
            <ac:spMk id="4" creationId="{6663A507-1477-0F40-C323-CF0181EF9B62}"/>
          </ac:spMkLst>
        </pc:spChg>
        <pc:spChg chg="add mod">
          <ac:chgData name="Deepashree S Rannore" userId="4152238c02460167" providerId="LiveId" clId="{6F64F24C-84E7-45C1-B4CC-DE3640AA90D0}" dt="2025-12-08T17:58:41.152" v="567" actId="20577"/>
          <ac:spMkLst>
            <pc:docMk/>
            <pc:sldMk cId="2627908766" sldId="274"/>
            <ac:spMk id="5" creationId="{4524A11D-13AE-81F8-401F-7C4CF9E84D99}"/>
          </ac:spMkLst>
        </pc:spChg>
        <pc:picChg chg="add mod">
          <ac:chgData name="Deepashree S Rannore" userId="4152238c02460167" providerId="LiveId" clId="{6F64F24C-84E7-45C1-B4CC-DE3640AA90D0}" dt="2025-12-08T18:03:08.709" v="624" actId="1076"/>
          <ac:picMkLst>
            <pc:docMk/>
            <pc:sldMk cId="2627908766" sldId="274"/>
            <ac:picMk id="7170" creationId="{C6495E85-4F99-F226-9801-8AA2096721BE}"/>
          </ac:picMkLst>
        </pc:picChg>
      </pc:sldChg>
      <pc:sldChg chg="addSp delSp modSp add mod">
        <pc:chgData name="Deepashree S Rannore" userId="4152238c02460167" providerId="LiveId" clId="{6F64F24C-84E7-45C1-B4CC-DE3640AA90D0}" dt="2025-12-08T18:15:05.281" v="899" actId="1076"/>
        <pc:sldMkLst>
          <pc:docMk/>
          <pc:sldMk cId="4145943625" sldId="275"/>
        </pc:sldMkLst>
        <pc:spChg chg="mod">
          <ac:chgData name="Deepashree S Rannore" userId="4152238c02460167" providerId="LiveId" clId="{6F64F24C-84E7-45C1-B4CC-DE3640AA90D0}" dt="2025-12-08T18:08:59.577" v="838" actId="20577"/>
          <ac:spMkLst>
            <pc:docMk/>
            <pc:sldMk cId="4145943625" sldId="275"/>
            <ac:spMk id="2" creationId="{494BF9F3-FB8C-B730-D43F-327FDF18F701}"/>
          </ac:spMkLst>
        </pc:spChg>
        <pc:spChg chg="add mod">
          <ac:chgData name="Deepashree S Rannore" userId="4152238c02460167" providerId="LiveId" clId="{6F64F24C-84E7-45C1-B4CC-DE3640AA90D0}" dt="2025-12-08T18:09:46.636" v="847" actId="1076"/>
          <ac:spMkLst>
            <pc:docMk/>
            <pc:sldMk cId="4145943625" sldId="275"/>
            <ac:spMk id="6" creationId="{D41EAA0C-C5A7-B9D1-7D11-EA6AE9F6B4EC}"/>
          </ac:spMkLst>
        </pc:spChg>
        <pc:spChg chg="add mod">
          <ac:chgData name="Deepashree S Rannore" userId="4152238c02460167" providerId="LiveId" clId="{6F64F24C-84E7-45C1-B4CC-DE3640AA90D0}" dt="2025-12-08T18:15:05.281" v="899" actId="1076"/>
          <ac:spMkLst>
            <pc:docMk/>
            <pc:sldMk cId="4145943625" sldId="275"/>
            <ac:spMk id="8" creationId="{237A3867-D4E0-DF69-2409-F5C74CEA36D3}"/>
          </ac:spMkLst>
        </pc:spChg>
        <pc:spChg chg="add">
          <ac:chgData name="Deepashree S Rannore" userId="4152238c02460167" providerId="LiveId" clId="{6F64F24C-84E7-45C1-B4CC-DE3640AA90D0}" dt="2025-12-08T18:13:07.589" v="855"/>
          <ac:spMkLst>
            <pc:docMk/>
            <pc:sldMk cId="4145943625" sldId="275"/>
            <ac:spMk id="9" creationId="{FD266825-0748-D5A1-03DD-E815C21DAF18}"/>
          </ac:spMkLst>
        </pc:spChg>
        <pc:spChg chg="add">
          <ac:chgData name="Deepashree S Rannore" userId="4152238c02460167" providerId="LiveId" clId="{6F64F24C-84E7-45C1-B4CC-DE3640AA90D0}" dt="2025-12-08T18:13:11.726" v="858"/>
          <ac:spMkLst>
            <pc:docMk/>
            <pc:sldMk cId="4145943625" sldId="275"/>
            <ac:spMk id="10" creationId="{96202F6F-2629-F6E0-1E71-4C643E120CEF}"/>
          </ac:spMkLst>
        </pc:spChg>
        <pc:spChg chg="add">
          <ac:chgData name="Deepashree S Rannore" userId="4152238c02460167" providerId="LiveId" clId="{6F64F24C-84E7-45C1-B4CC-DE3640AA90D0}" dt="2025-12-08T18:13:18.185" v="866"/>
          <ac:spMkLst>
            <pc:docMk/>
            <pc:sldMk cId="4145943625" sldId="275"/>
            <ac:spMk id="11" creationId="{CCC42FE5-161C-4956-AA1D-420893D96CF8}"/>
          </ac:spMkLst>
        </pc:spChg>
        <pc:spChg chg="add del mod">
          <ac:chgData name="Deepashree S Rannore" userId="4152238c02460167" providerId="LiveId" clId="{6F64F24C-84E7-45C1-B4CC-DE3640AA90D0}" dt="2025-12-08T18:14:58.830" v="898"/>
          <ac:spMkLst>
            <pc:docMk/>
            <pc:sldMk cId="4145943625" sldId="275"/>
            <ac:spMk id="12" creationId="{85B829D6-FD64-010A-DFB4-561E2B6361B7}"/>
          </ac:spMkLst>
        </pc:spChg>
        <pc:spChg chg="del">
          <ac:chgData name="Deepashree S Rannore" userId="4152238c02460167" providerId="LiveId" clId="{6F64F24C-84E7-45C1-B4CC-DE3640AA90D0}" dt="2025-12-08T18:08:27.771" v="795" actId="478"/>
          <ac:spMkLst>
            <pc:docMk/>
            <pc:sldMk cId="4145943625" sldId="275"/>
            <ac:spMk id="19" creationId="{B33117FD-DC84-9A59-10D1-1AB0F729E369}"/>
          </ac:spMkLst>
        </pc:spChg>
        <pc:spChg chg="del mod">
          <ac:chgData name="Deepashree S Rannore" userId="4152238c02460167" providerId="LiveId" clId="{6F64F24C-84E7-45C1-B4CC-DE3640AA90D0}" dt="2025-12-08T18:08:22.798" v="794" actId="478"/>
          <ac:spMkLst>
            <pc:docMk/>
            <pc:sldMk cId="4145943625" sldId="275"/>
            <ac:spMk id="23" creationId="{B050DECC-BC38-0EE3-CD8F-86EF3001946B}"/>
          </ac:spMkLst>
        </pc:spChg>
        <pc:picChg chg="add mod">
          <ac:chgData name="Deepashree S Rannore" userId="4152238c02460167" providerId="LiveId" clId="{6F64F24C-84E7-45C1-B4CC-DE3640AA90D0}" dt="2025-12-08T18:09:39.125" v="846" actId="14100"/>
          <ac:picMkLst>
            <pc:docMk/>
            <pc:sldMk cId="4145943625" sldId="275"/>
            <ac:picMk id="4" creationId="{9B0A95E4-942E-7DA8-BEC1-375B6CA8351A}"/>
          </ac:picMkLst>
        </pc:picChg>
        <pc:picChg chg="del">
          <ac:chgData name="Deepashree S Rannore" userId="4152238c02460167" providerId="LiveId" clId="{6F64F24C-84E7-45C1-B4CC-DE3640AA90D0}" dt="2025-12-08T18:08:16.461" v="791" actId="478"/>
          <ac:picMkLst>
            <pc:docMk/>
            <pc:sldMk cId="4145943625" sldId="275"/>
            <ac:picMk id="17" creationId="{52A73700-6547-7DFD-DA88-9F0CF5E731D9}"/>
          </ac:picMkLst>
        </pc:picChg>
        <pc:picChg chg="del">
          <ac:chgData name="Deepashree S Rannore" userId="4152238c02460167" providerId="LiveId" clId="{6F64F24C-84E7-45C1-B4CC-DE3640AA90D0}" dt="2025-12-08T18:08:18.467" v="792" actId="478"/>
          <ac:picMkLst>
            <pc:docMk/>
            <pc:sldMk cId="4145943625" sldId="275"/>
            <ac:picMk id="25" creationId="{773C9D3D-9933-C907-E23F-F2489403D65F}"/>
          </ac:picMkLst>
        </pc:picChg>
      </pc:sldChg>
    </pc:docChg>
  </pc:docChgLst>
  <pc:docChgLst>
    <pc:chgData name="Guest User" providerId="Windows Live" clId="Web-{A4EB6A46-E521-39DF-C20E-F821987DB226}"/>
    <pc:docChg chg="addSld delSld modSld sldOrd">
      <pc:chgData name="Guest User" userId="" providerId="Windows Live" clId="Web-{A4EB6A46-E521-39DF-C20E-F821987DB226}" dt="2025-12-08T22:19:07.923" v="2532" actId="20577"/>
      <pc:docMkLst>
        <pc:docMk/>
      </pc:docMkLst>
      <pc:sldChg chg="modSp">
        <pc:chgData name="Guest User" userId="" providerId="Windows Live" clId="Web-{A4EB6A46-E521-39DF-C20E-F821987DB226}" dt="2025-12-08T21:11:21.201" v="1951" actId="1076"/>
        <pc:sldMkLst>
          <pc:docMk/>
          <pc:sldMk cId="1269660479" sldId="257"/>
        </pc:sldMkLst>
        <pc:spChg chg="mod">
          <ac:chgData name="Guest User" userId="" providerId="Windows Live" clId="Web-{A4EB6A46-E521-39DF-C20E-F821987DB226}" dt="2025-12-08T18:57:36.358" v="4" actId="14100"/>
          <ac:spMkLst>
            <pc:docMk/>
            <pc:sldMk cId="1269660479" sldId="257"/>
            <ac:spMk id="2" creationId="{FCBF0211-D3D5-5C29-A995-E1B40575C2F4}"/>
          </ac:spMkLst>
        </pc:spChg>
        <pc:spChg chg="mod">
          <ac:chgData name="Guest User" userId="" providerId="Windows Live" clId="Web-{A4EB6A46-E521-39DF-C20E-F821987DB226}" dt="2025-12-08T18:58:47.468" v="17" actId="20577"/>
          <ac:spMkLst>
            <pc:docMk/>
            <pc:sldMk cId="1269660479" sldId="257"/>
            <ac:spMk id="3" creationId="{5A819BC6-AECF-96F3-73AD-122B0C2DC93B}"/>
          </ac:spMkLst>
        </pc:spChg>
        <pc:spChg chg="mod">
          <ac:chgData name="Guest User" userId="" providerId="Windows Live" clId="Web-{A4EB6A46-E521-39DF-C20E-F821987DB226}" dt="2025-12-08T21:11:21.201" v="1951" actId="1076"/>
          <ac:spMkLst>
            <pc:docMk/>
            <pc:sldMk cId="1269660479" sldId="257"/>
            <ac:spMk id="4" creationId="{62F6606B-0856-567D-9AA3-00FFC5C49509}"/>
          </ac:spMkLst>
        </pc:spChg>
        <pc:spChg chg="mod">
          <ac:chgData name="Guest User" userId="" providerId="Windows Live" clId="Web-{A4EB6A46-E521-39DF-C20E-F821987DB226}" dt="2025-12-08T20:27:16.287" v="1096" actId="20577"/>
          <ac:spMkLst>
            <pc:docMk/>
            <pc:sldMk cId="1269660479" sldId="257"/>
            <ac:spMk id="5" creationId="{D55A1501-406D-8BC7-5EEE-D3E92E700C89}"/>
          </ac:spMkLst>
        </pc:spChg>
        <pc:picChg chg="mod">
          <ac:chgData name="Guest User" userId="" providerId="Windows Live" clId="Web-{A4EB6A46-E521-39DF-C20E-F821987DB226}" dt="2025-12-08T18:58:20.733" v="11" actId="1076"/>
          <ac:picMkLst>
            <pc:docMk/>
            <pc:sldMk cId="1269660479" sldId="257"/>
            <ac:picMk id="1026" creationId="{15CA9AD9-9D89-CFB9-E538-6CBAEA507ABA}"/>
          </ac:picMkLst>
        </pc:picChg>
      </pc:sldChg>
      <pc:sldChg chg="addSp delSp modSp">
        <pc:chgData name="Guest User" userId="" providerId="Windows Live" clId="Web-{A4EB6A46-E521-39DF-C20E-F821987DB226}" dt="2025-12-08T22:18:14.688" v="2528" actId="20577"/>
        <pc:sldMkLst>
          <pc:docMk/>
          <pc:sldMk cId="2697919972" sldId="258"/>
        </pc:sldMkLst>
        <pc:spChg chg="mod">
          <ac:chgData name="Guest User" userId="" providerId="Windows Live" clId="Web-{A4EB6A46-E521-39DF-C20E-F821987DB226}" dt="2025-12-08T19:45:34.563" v="519" actId="20577"/>
          <ac:spMkLst>
            <pc:docMk/>
            <pc:sldMk cId="2697919972" sldId="258"/>
            <ac:spMk id="2" creationId="{8AC7C193-ADC9-E311-2FEC-4F779C5E8DED}"/>
          </ac:spMkLst>
        </pc:spChg>
        <pc:spChg chg="mod">
          <ac:chgData name="Guest User" userId="" providerId="Windows Live" clId="Web-{A4EB6A46-E521-39DF-C20E-F821987DB226}" dt="2025-12-08T22:18:14.688" v="2528" actId="20577"/>
          <ac:spMkLst>
            <pc:docMk/>
            <pc:sldMk cId="2697919972" sldId="258"/>
            <ac:spMk id="3" creationId="{369FB6C1-D621-95A9-A987-3285D264560B}"/>
          </ac:spMkLst>
        </pc:spChg>
        <pc:spChg chg="add del">
          <ac:chgData name="Guest User" userId="" providerId="Windows Live" clId="Web-{A4EB6A46-E521-39DF-C20E-F821987DB226}" dt="2025-12-08T19:55:02.111" v="656"/>
          <ac:spMkLst>
            <pc:docMk/>
            <pc:sldMk cId="2697919972" sldId="258"/>
            <ac:spMk id="4" creationId="{A4903EAC-5904-B00E-5389-9944F1428709}"/>
          </ac:spMkLst>
        </pc:spChg>
        <pc:spChg chg="del mod">
          <ac:chgData name="Guest User" userId="" providerId="Windows Live" clId="Web-{A4EB6A46-E521-39DF-C20E-F821987DB226}" dt="2025-12-08T19:54:53.830" v="652"/>
          <ac:spMkLst>
            <pc:docMk/>
            <pc:sldMk cId="2697919972" sldId="258"/>
            <ac:spMk id="7" creationId="{A4903EAC-5904-B00E-5389-9944F1428709}"/>
          </ac:spMkLst>
        </pc:spChg>
        <pc:picChg chg="add del mod modCrop">
          <ac:chgData name="Guest User" userId="" providerId="Windows Live" clId="Web-{A4EB6A46-E521-39DF-C20E-F821987DB226}" dt="2025-12-08T20:04:23.669" v="807" actId="1076"/>
          <ac:picMkLst>
            <pc:docMk/>
            <pc:sldMk cId="2697919972" sldId="258"/>
            <ac:picMk id="6" creationId="{9B779695-8971-6657-4191-67E060960445}"/>
          </ac:picMkLst>
        </pc:picChg>
      </pc:sldChg>
      <pc:sldChg chg="delSp modSp">
        <pc:chgData name="Guest User" userId="" providerId="Windows Live" clId="Web-{A4EB6A46-E521-39DF-C20E-F821987DB226}" dt="2025-12-08T22:18:03.297" v="2527"/>
        <pc:sldMkLst>
          <pc:docMk/>
          <pc:sldMk cId="2359040236" sldId="262"/>
        </pc:sldMkLst>
        <pc:spChg chg="mod">
          <ac:chgData name="Guest User" userId="" providerId="Windows Live" clId="Web-{A4EB6A46-E521-39DF-C20E-F821987DB226}" dt="2025-12-08T19:45:56.344" v="537" actId="20577"/>
          <ac:spMkLst>
            <pc:docMk/>
            <pc:sldMk cId="2359040236" sldId="262"/>
            <ac:spMk id="2" creationId="{A8347E2E-BBC2-878B-E6A2-2EE0C3776C0D}"/>
          </ac:spMkLst>
        </pc:spChg>
        <pc:spChg chg="mod">
          <ac:chgData name="Guest User" userId="" providerId="Windows Live" clId="Web-{A4EB6A46-E521-39DF-C20E-F821987DB226}" dt="2025-12-08T20:41:02.617" v="1175" actId="20577"/>
          <ac:spMkLst>
            <pc:docMk/>
            <pc:sldMk cId="2359040236" sldId="262"/>
            <ac:spMk id="3" creationId="{6820C29A-016E-47FB-76AF-A80A570C22EC}"/>
          </ac:spMkLst>
        </pc:spChg>
        <pc:spChg chg="mod">
          <ac:chgData name="Guest User" userId="" providerId="Windows Live" clId="Web-{A4EB6A46-E521-39DF-C20E-F821987DB226}" dt="2025-12-08T20:08:18.689" v="969" actId="1076"/>
          <ac:spMkLst>
            <pc:docMk/>
            <pc:sldMk cId="2359040236" sldId="262"/>
            <ac:spMk id="6" creationId="{072713D7-9E28-157A-6518-D605079830AD}"/>
          </ac:spMkLst>
        </pc:spChg>
        <pc:spChg chg="mod">
          <ac:chgData name="Guest User" userId="" providerId="Windows Live" clId="Web-{A4EB6A46-E521-39DF-C20E-F821987DB226}" dt="2025-12-08T20:18:35.945" v="1083" actId="1076"/>
          <ac:spMkLst>
            <pc:docMk/>
            <pc:sldMk cId="2359040236" sldId="262"/>
            <ac:spMk id="7" creationId="{694CA484-8A71-CA6C-9EA8-C4F9F099D9E0}"/>
          </ac:spMkLst>
        </pc:spChg>
        <pc:graphicFrameChg chg="mod modGraphic">
          <ac:chgData name="Guest User" userId="" providerId="Windows Live" clId="Web-{A4EB6A46-E521-39DF-C20E-F821987DB226}" dt="2025-12-08T22:18:03.297" v="2527"/>
          <ac:graphicFrameMkLst>
            <pc:docMk/>
            <pc:sldMk cId="2359040236" sldId="262"/>
            <ac:graphicFrameMk id="4" creationId="{B7DDE779-72DB-B54F-941D-38C390A80640}"/>
          </ac:graphicFrameMkLst>
        </pc:graphicFrameChg>
        <pc:graphicFrameChg chg="mod modGraphic">
          <ac:chgData name="Guest User" userId="" providerId="Windows Live" clId="Web-{A4EB6A46-E521-39DF-C20E-F821987DB226}" dt="2025-12-08T22:18:02.657" v="2508"/>
          <ac:graphicFrameMkLst>
            <pc:docMk/>
            <pc:sldMk cId="2359040236" sldId="262"/>
            <ac:graphicFrameMk id="5" creationId="{FB35463F-AB31-EC60-458A-D741DA9B6AA3}"/>
          </ac:graphicFrameMkLst>
        </pc:graphicFrameChg>
        <pc:graphicFrameChg chg="mod modGraphic">
          <ac:chgData name="Guest User" userId="" providerId="Windows Live" clId="Web-{A4EB6A46-E521-39DF-C20E-F821987DB226}" dt="2025-12-08T22:18:02.078" v="2499"/>
          <ac:graphicFrameMkLst>
            <pc:docMk/>
            <pc:sldMk cId="2359040236" sldId="262"/>
            <ac:graphicFrameMk id="8" creationId="{1B88A4FC-63D8-9672-8817-FB86242DAA4C}"/>
          </ac:graphicFrameMkLst>
        </pc:graphicFrameChg>
        <pc:picChg chg="del mod">
          <ac:chgData name="Guest User" userId="" providerId="Windows Live" clId="Web-{A4EB6A46-E521-39DF-C20E-F821987DB226}" dt="2025-12-08T19:32:05.756" v="389"/>
          <ac:picMkLst>
            <pc:docMk/>
            <pc:sldMk cId="2359040236" sldId="262"/>
            <ac:picMk id="4110" creationId="{73E6F1CF-0E88-D479-C0D8-D3951A519B52}"/>
          </ac:picMkLst>
        </pc:picChg>
      </pc:sldChg>
      <pc:sldChg chg="addSp delSp modSp mod modShow">
        <pc:chgData name="Guest User" userId="" providerId="Windows Live" clId="Web-{A4EB6A46-E521-39DF-C20E-F821987DB226}" dt="2025-12-08T22:16:50.219" v="2453"/>
        <pc:sldMkLst>
          <pc:docMk/>
          <pc:sldMk cId="703181469" sldId="268"/>
        </pc:sldMkLst>
        <pc:spChg chg="mod">
          <ac:chgData name="Guest User" userId="" providerId="Windows Live" clId="Web-{A4EB6A46-E521-39DF-C20E-F821987DB226}" dt="2025-12-08T21:10:29.622" v="1948" actId="20577"/>
          <ac:spMkLst>
            <pc:docMk/>
            <pc:sldMk cId="703181469" sldId="268"/>
            <ac:spMk id="2" creationId="{F1508261-81B2-0772-586B-86F1A6447DC0}"/>
          </ac:spMkLst>
        </pc:spChg>
        <pc:spChg chg="mod">
          <ac:chgData name="Guest User" userId="" providerId="Windows Live" clId="Web-{A4EB6A46-E521-39DF-C20E-F821987DB226}" dt="2025-12-08T22:03:58.221" v="2438" actId="1076"/>
          <ac:spMkLst>
            <pc:docMk/>
            <pc:sldMk cId="703181469" sldId="268"/>
            <ac:spMk id="19" creationId="{9952845D-D8EB-89B8-AA01-C4C9FC8BBB99}"/>
          </ac:spMkLst>
        </pc:spChg>
        <pc:spChg chg="del mod">
          <ac:chgData name="Guest User" userId="" providerId="Windows Live" clId="Web-{A4EB6A46-E521-39DF-C20E-F821987DB226}" dt="2025-12-08T21:50:13.207" v="2399"/>
          <ac:spMkLst>
            <pc:docMk/>
            <pc:sldMk cId="703181469" sldId="268"/>
            <ac:spMk id="23" creationId="{DC6BB5D0-1690-2C7B-D35E-726B9323237C}"/>
          </ac:spMkLst>
        </pc:spChg>
        <pc:picChg chg="add mod">
          <ac:chgData name="Guest User" userId="" providerId="Windows Live" clId="Web-{A4EB6A46-E521-39DF-C20E-F821987DB226}" dt="2025-12-08T22:10:06.124" v="2452" actId="1076"/>
          <ac:picMkLst>
            <pc:docMk/>
            <pc:sldMk cId="703181469" sldId="268"/>
            <ac:picMk id="3" creationId="{23B7C068-1B28-50C9-6AE4-352ECE5FED77}"/>
          </ac:picMkLst>
        </pc:picChg>
        <pc:picChg chg="del mod">
          <ac:chgData name="Guest User" userId="" providerId="Windows Live" clId="Web-{A4EB6A46-E521-39DF-C20E-F821987DB226}" dt="2025-12-08T19:28:18.535" v="331"/>
          <ac:picMkLst>
            <pc:docMk/>
            <pc:sldMk cId="703181469" sldId="268"/>
            <ac:picMk id="17" creationId="{DEA46B90-45A9-3954-5C6D-BD8EA2F1B789}"/>
          </ac:picMkLst>
        </pc:picChg>
        <pc:picChg chg="del">
          <ac:chgData name="Guest User" userId="" providerId="Windows Live" clId="Web-{A4EB6A46-E521-39DF-C20E-F821987DB226}" dt="2025-12-08T21:50:08.628" v="2398"/>
          <ac:picMkLst>
            <pc:docMk/>
            <pc:sldMk cId="703181469" sldId="268"/>
            <ac:picMk id="25" creationId="{4C3FD76D-A698-4BED-21C4-E8E1471E8C84}"/>
          </ac:picMkLst>
        </pc:picChg>
      </pc:sldChg>
      <pc:sldChg chg="addSp delSp modSp">
        <pc:chgData name="Guest User" userId="" providerId="Windows Live" clId="Web-{A4EB6A46-E521-39DF-C20E-F821987DB226}" dt="2025-12-08T22:06:37.191" v="2443" actId="1076"/>
        <pc:sldMkLst>
          <pc:docMk/>
          <pc:sldMk cId="2910112491" sldId="269"/>
        </pc:sldMkLst>
        <pc:picChg chg="add mod">
          <ac:chgData name="Guest User" userId="" providerId="Windows Live" clId="Web-{A4EB6A46-E521-39DF-C20E-F821987DB226}" dt="2025-12-08T22:06:37.191" v="2443" actId="1076"/>
          <ac:picMkLst>
            <pc:docMk/>
            <pc:sldMk cId="2910112491" sldId="269"/>
            <ac:picMk id="2" creationId="{B08B6BF8-858A-1616-8291-86C99AEF2E79}"/>
          </ac:picMkLst>
        </pc:picChg>
        <pc:picChg chg="del">
          <ac:chgData name="Guest User" userId="" providerId="Windows Live" clId="Web-{A4EB6A46-E521-39DF-C20E-F821987DB226}" dt="2025-12-08T19:11:19.445" v="180"/>
          <ac:picMkLst>
            <pc:docMk/>
            <pc:sldMk cId="2910112491" sldId="269"/>
            <ac:picMk id="5122" creationId="{A2E1DD4E-F093-A827-32E9-E036F10C7D07}"/>
          </ac:picMkLst>
        </pc:picChg>
        <pc:picChg chg="del mod">
          <ac:chgData name="Guest User" userId="" providerId="Windows Live" clId="Web-{A4EB6A46-E521-39DF-C20E-F821987DB226}" dt="2025-12-08T21:56:30.498" v="2428"/>
          <ac:picMkLst>
            <pc:docMk/>
            <pc:sldMk cId="2910112491" sldId="269"/>
            <ac:picMk id="5124" creationId="{58B8F8D0-FEBC-8406-26CA-BD0AEE082F0F}"/>
          </ac:picMkLst>
        </pc:picChg>
        <pc:picChg chg="del mod">
          <ac:chgData name="Guest User" userId="" providerId="Windows Live" clId="Web-{A4EB6A46-E521-39DF-C20E-F821987DB226}" dt="2025-12-08T22:06:19.878" v="2439"/>
          <ac:picMkLst>
            <pc:docMk/>
            <pc:sldMk cId="2910112491" sldId="269"/>
            <ac:picMk id="5126" creationId="{F438A5B8-DCE3-5FF7-DB87-FDA04D80C3C3}"/>
          </ac:picMkLst>
        </pc:picChg>
        <pc:picChg chg="del">
          <ac:chgData name="Guest User" userId="" providerId="Windows Live" clId="Web-{A4EB6A46-E521-39DF-C20E-F821987DB226}" dt="2025-12-08T19:11:18.039" v="179"/>
          <ac:picMkLst>
            <pc:docMk/>
            <pc:sldMk cId="2910112491" sldId="269"/>
            <ac:picMk id="5128" creationId="{87AEE3DB-3503-90B0-B070-932984DAE170}"/>
          </ac:picMkLst>
        </pc:picChg>
      </pc:sldChg>
      <pc:sldChg chg="delSp modSp">
        <pc:chgData name="Guest User" userId="" providerId="Windows Live" clId="Web-{A4EB6A46-E521-39DF-C20E-F821987DB226}" dt="2025-12-08T21:41:48.502" v="2272" actId="20577"/>
        <pc:sldMkLst>
          <pc:docMk/>
          <pc:sldMk cId="3960999194" sldId="270"/>
        </pc:sldMkLst>
        <pc:spChg chg="mod">
          <ac:chgData name="Guest User" userId="" providerId="Windows Live" clId="Web-{A4EB6A46-E521-39DF-C20E-F821987DB226}" dt="2025-12-08T19:47:29.455" v="569" actId="20577"/>
          <ac:spMkLst>
            <pc:docMk/>
            <pc:sldMk cId="3960999194" sldId="270"/>
            <ac:spMk id="2" creationId="{2DA24084-F6FD-4B91-50DE-FEF71961B7AC}"/>
          </ac:spMkLst>
        </pc:spChg>
        <pc:spChg chg="mod">
          <ac:chgData name="Guest User" userId="" providerId="Windows Live" clId="Web-{A4EB6A46-E521-39DF-C20E-F821987DB226}" dt="2025-12-08T20:31:33.499" v="1128" actId="1076"/>
          <ac:spMkLst>
            <pc:docMk/>
            <pc:sldMk cId="3960999194" sldId="270"/>
            <ac:spMk id="5" creationId="{6BB6E929-2D96-F9FA-ADF7-91C572FD989F}"/>
          </ac:spMkLst>
        </pc:spChg>
        <pc:spChg chg="mod">
          <ac:chgData name="Guest User" userId="" providerId="Windows Live" clId="Web-{A4EB6A46-E521-39DF-C20E-F821987DB226}" dt="2025-12-08T21:41:48.502" v="2272" actId="20577"/>
          <ac:spMkLst>
            <pc:docMk/>
            <pc:sldMk cId="3960999194" sldId="270"/>
            <ac:spMk id="9" creationId="{CCFC7295-078D-7065-F474-5CAC90CA4376}"/>
          </ac:spMkLst>
        </pc:spChg>
        <pc:picChg chg="del mod">
          <ac:chgData name="Guest User" userId="" providerId="Windows Live" clId="Web-{A4EB6A46-E521-39DF-C20E-F821987DB226}" dt="2025-12-08T20:32:28.157" v="1130"/>
          <ac:picMkLst>
            <pc:docMk/>
            <pc:sldMk cId="3960999194" sldId="270"/>
            <ac:picMk id="3" creationId="{6CA6D33E-FAF2-2123-3FB6-5CCC6F0DBF81}"/>
          </ac:picMkLst>
        </pc:picChg>
        <pc:picChg chg="del mod">
          <ac:chgData name="Guest User" userId="" providerId="Windows Live" clId="Web-{A4EB6A46-E521-39DF-C20E-F821987DB226}" dt="2025-12-08T20:30:35.076" v="1105"/>
          <ac:picMkLst>
            <pc:docMk/>
            <pc:sldMk cId="3960999194" sldId="270"/>
            <ac:picMk id="4" creationId="{E89B4941-92B0-4771-EEBC-6FF0D5A7A236}"/>
          </ac:picMkLst>
        </pc:picChg>
      </pc:sldChg>
      <pc:sldChg chg="addSp delSp modSp ord">
        <pc:chgData name="Guest User" userId="" providerId="Windows Live" clId="Web-{A4EB6A46-E521-39DF-C20E-F821987DB226}" dt="2025-12-08T22:17:58.922" v="2492" actId="20577"/>
        <pc:sldMkLst>
          <pc:docMk/>
          <pc:sldMk cId="3281644472" sldId="271"/>
        </pc:sldMkLst>
        <pc:spChg chg="mod">
          <ac:chgData name="Guest User" userId="" providerId="Windows Live" clId="Web-{A4EB6A46-E521-39DF-C20E-F821987DB226}" dt="2025-12-08T20:41:30.836" v="1184" actId="20577"/>
          <ac:spMkLst>
            <pc:docMk/>
            <pc:sldMk cId="3281644472" sldId="271"/>
            <ac:spMk id="2" creationId="{C4B37033-1839-2583-2FB3-20A876569D55}"/>
          </ac:spMkLst>
        </pc:spChg>
        <pc:spChg chg="add mod">
          <ac:chgData name="Guest User" userId="" providerId="Windows Live" clId="Web-{A4EB6A46-E521-39DF-C20E-F821987DB226}" dt="2025-12-08T22:17:58.922" v="2492" actId="20577"/>
          <ac:spMkLst>
            <pc:docMk/>
            <pc:sldMk cId="3281644472" sldId="271"/>
            <ac:spMk id="3" creationId="{D76123B5-205C-CAB5-587D-416982E0E279}"/>
          </ac:spMkLst>
        </pc:spChg>
        <pc:spChg chg="del mod">
          <ac:chgData name="Guest User" userId="" providerId="Windows Live" clId="Web-{A4EB6A46-E521-39DF-C20E-F821987DB226}" dt="2025-12-08T20:11:37.810" v="986"/>
          <ac:spMkLst>
            <pc:docMk/>
            <pc:sldMk cId="3281644472" sldId="271"/>
            <ac:spMk id="12" creationId="{65E591AA-AD65-E4A4-A92A-698AEB6FA50B}"/>
          </ac:spMkLst>
        </pc:spChg>
        <pc:spChg chg="mod">
          <ac:chgData name="Guest User" userId="" providerId="Windows Live" clId="Web-{A4EB6A46-E521-39DF-C20E-F821987DB226}" dt="2025-12-08T20:45:14.551" v="1216" actId="1076"/>
          <ac:spMkLst>
            <pc:docMk/>
            <pc:sldMk cId="3281644472" sldId="271"/>
            <ac:spMk id="20" creationId="{16FA10A6-05D3-41D2-CF74-5FAD1F2383FE}"/>
          </ac:spMkLst>
        </pc:spChg>
        <pc:picChg chg="del mod">
          <ac:chgData name="Guest User" userId="" providerId="Windows Live" clId="Web-{A4EB6A46-E521-39DF-C20E-F821987DB226}" dt="2025-12-08T20:11:37.810" v="985"/>
          <ac:picMkLst>
            <pc:docMk/>
            <pc:sldMk cId="3281644472" sldId="271"/>
            <ac:picMk id="16" creationId="{88AC1421-1D0B-4C66-AE6E-1CB20B6C0EAA}"/>
          </ac:picMkLst>
        </pc:picChg>
        <pc:picChg chg="mod">
          <ac:chgData name="Guest User" userId="" providerId="Windows Live" clId="Web-{A4EB6A46-E521-39DF-C20E-F821987DB226}" dt="2025-12-08T20:45:02.832" v="1215" actId="1076"/>
          <ac:picMkLst>
            <pc:docMk/>
            <pc:sldMk cId="3281644472" sldId="271"/>
            <ac:picMk id="18" creationId="{2361DBAC-E6B8-17C5-57A5-9CFE1D0512F4}"/>
          </ac:picMkLst>
        </pc:picChg>
      </pc:sldChg>
      <pc:sldChg chg="addSp delSp modSp ord">
        <pc:chgData name="Guest User" userId="" providerId="Windows Live" clId="Web-{A4EB6A46-E521-39DF-C20E-F821987DB226}" dt="2025-12-08T21:01:43.780" v="1736" actId="1076"/>
        <pc:sldMkLst>
          <pc:docMk/>
          <pc:sldMk cId="2688285672" sldId="272"/>
        </pc:sldMkLst>
        <pc:spChg chg="mod">
          <ac:chgData name="Guest User" userId="" providerId="Windows Live" clId="Web-{A4EB6A46-E521-39DF-C20E-F821987DB226}" dt="2025-12-08T20:30:08.325" v="1100" actId="20577"/>
          <ac:spMkLst>
            <pc:docMk/>
            <pc:sldMk cId="2688285672" sldId="272"/>
            <ac:spMk id="2" creationId="{A8C93B92-69E3-A39C-27F6-9D884913676B}"/>
          </ac:spMkLst>
        </pc:spChg>
        <pc:spChg chg="add mod">
          <ac:chgData name="Guest User" userId="" providerId="Windows Live" clId="Web-{A4EB6A46-E521-39DF-C20E-F821987DB226}" dt="2025-12-08T21:01:22.764" v="1733" actId="20577"/>
          <ac:spMkLst>
            <pc:docMk/>
            <pc:sldMk cId="2688285672" sldId="272"/>
            <ac:spMk id="3" creationId="{642D44C8-FC00-2C85-A803-8C70EF71030F}"/>
          </ac:spMkLst>
        </pc:spChg>
        <pc:spChg chg="del">
          <ac:chgData name="Guest User" userId="" providerId="Windows Live" clId="Web-{A4EB6A46-E521-39DF-C20E-F821987DB226}" dt="2025-12-08T20:14:07.658" v="1020"/>
          <ac:spMkLst>
            <pc:docMk/>
            <pc:sldMk cId="2688285672" sldId="272"/>
            <ac:spMk id="11" creationId="{642D44C8-FC00-2C85-A803-8C70EF71030F}"/>
          </ac:spMkLst>
        </pc:spChg>
        <pc:spChg chg="mod">
          <ac:chgData name="Guest User" userId="" providerId="Windows Live" clId="Web-{A4EB6A46-E521-39DF-C20E-F821987DB226}" dt="2025-12-08T21:01:43.780" v="1736" actId="1076"/>
          <ac:spMkLst>
            <pc:docMk/>
            <pc:sldMk cId="2688285672" sldId="272"/>
            <ac:spMk id="14" creationId="{220EF10F-30F3-7835-824B-597408D2F60C}"/>
          </ac:spMkLst>
        </pc:spChg>
        <pc:picChg chg="mod">
          <ac:chgData name="Guest User" userId="" providerId="Windows Live" clId="Web-{A4EB6A46-E521-39DF-C20E-F821987DB226}" dt="2025-12-08T21:01:37.764" v="1734" actId="1076"/>
          <ac:picMkLst>
            <pc:docMk/>
            <pc:sldMk cId="2688285672" sldId="272"/>
            <ac:picMk id="6" creationId="{35002F8A-C195-912A-E833-6484E95E325F}"/>
          </ac:picMkLst>
        </pc:picChg>
        <pc:picChg chg="del">
          <ac:chgData name="Guest User" userId="" providerId="Windows Live" clId="Web-{A4EB6A46-E521-39DF-C20E-F821987DB226}" dt="2025-12-08T20:14:09.596" v="1021"/>
          <ac:picMkLst>
            <pc:docMk/>
            <pc:sldMk cId="2688285672" sldId="272"/>
            <ac:picMk id="8" creationId="{F9D88DA3-0F8C-5466-B2C3-4FA83874234E}"/>
          </ac:picMkLst>
        </pc:picChg>
      </pc:sldChg>
      <pc:sldChg chg="addSp delSp modSp">
        <pc:chgData name="Guest User" userId="" providerId="Windows Live" clId="Web-{A4EB6A46-E521-39DF-C20E-F821987DB226}" dt="2025-12-08T21:42:03.815" v="2274" actId="1076"/>
        <pc:sldMkLst>
          <pc:docMk/>
          <pc:sldMk cId="332681360" sldId="273"/>
        </pc:sldMkLst>
        <pc:spChg chg="mod">
          <ac:chgData name="Guest User" userId="" providerId="Windows Live" clId="Web-{A4EB6A46-E521-39DF-C20E-F821987DB226}" dt="2025-12-08T20:33:25.830" v="1131" actId="20577"/>
          <ac:spMkLst>
            <pc:docMk/>
            <pc:sldMk cId="332681360" sldId="273"/>
            <ac:spMk id="2" creationId="{DCA135B0-5A86-FF71-8148-F0FADB8D23D3}"/>
          </ac:spMkLst>
        </pc:spChg>
        <pc:spChg chg="add del mod">
          <ac:chgData name="Guest User" userId="" providerId="Windows Live" clId="Web-{A4EB6A46-E521-39DF-C20E-F821987DB226}" dt="2025-12-08T20:49:30.231" v="1263"/>
          <ac:spMkLst>
            <pc:docMk/>
            <pc:sldMk cId="332681360" sldId="273"/>
            <ac:spMk id="11" creationId="{607BC932-64BC-C8E3-9CD9-AD2CE4E141BC}"/>
          </ac:spMkLst>
        </pc:spChg>
        <pc:spChg chg="add mod">
          <ac:chgData name="Guest User" userId="" providerId="Windows Live" clId="Web-{A4EB6A46-E521-39DF-C20E-F821987DB226}" dt="2025-12-08T21:42:03.815" v="2274" actId="1076"/>
          <ac:spMkLst>
            <pc:docMk/>
            <pc:sldMk cId="332681360" sldId="273"/>
            <ac:spMk id="13" creationId="{469FF65C-781B-123E-E0A2-49F005FC3515}"/>
          </ac:spMkLst>
        </pc:spChg>
        <pc:spChg chg="mod">
          <ac:chgData name="Guest User" userId="" providerId="Windows Live" clId="Web-{A4EB6A46-E521-39DF-C20E-F821987DB226}" dt="2025-12-08T19:08:14.818" v="141" actId="20577"/>
          <ac:spMkLst>
            <pc:docMk/>
            <pc:sldMk cId="332681360" sldId="273"/>
            <ac:spMk id="15" creationId="{C9DCDABF-3D2C-6416-71AF-DC531C15FAC5}"/>
          </ac:spMkLst>
        </pc:spChg>
        <pc:graphicFrameChg chg="add del mod modGraphic">
          <ac:chgData name="Guest User" userId="" providerId="Windows Live" clId="Web-{A4EB6A46-E521-39DF-C20E-F821987DB226}" dt="2025-12-08T21:38:41.763" v="2240"/>
          <ac:graphicFrameMkLst>
            <pc:docMk/>
            <pc:sldMk cId="332681360" sldId="273"/>
            <ac:graphicFrameMk id="14" creationId="{6AACFBBE-A33D-FB87-D655-AF59F8D3893F}"/>
          </ac:graphicFrameMkLst>
        </pc:graphicFrameChg>
        <pc:picChg chg="add del mod">
          <ac:chgData name="Guest User" userId="" providerId="Windows Live" clId="Web-{A4EB6A46-E521-39DF-C20E-F821987DB226}" dt="2025-12-08T19:50:13.988" v="619"/>
          <ac:picMkLst>
            <pc:docMk/>
            <pc:sldMk cId="332681360" sldId="273"/>
            <ac:picMk id="3" creationId="{7F8924F3-1E67-72DC-3C28-EFBF311DBE11}"/>
          </ac:picMkLst>
        </pc:picChg>
        <pc:picChg chg="add del mod">
          <ac:chgData name="Guest User" userId="" providerId="Windows Live" clId="Web-{A4EB6A46-E521-39DF-C20E-F821987DB226}" dt="2025-12-08T20:33:51.189" v="1134"/>
          <ac:picMkLst>
            <pc:docMk/>
            <pc:sldMk cId="332681360" sldId="273"/>
            <ac:picMk id="4" creationId="{A85C15DB-7A39-2669-E6C5-6591F4221690}"/>
          </ac:picMkLst>
        </pc:picChg>
        <pc:picChg chg="add del mod">
          <ac:chgData name="Guest User" userId="" providerId="Windows Live" clId="Web-{A4EB6A46-E521-39DF-C20E-F821987DB226}" dt="2025-12-08T20:33:55.643" v="1136"/>
          <ac:picMkLst>
            <pc:docMk/>
            <pc:sldMk cId="332681360" sldId="273"/>
            <ac:picMk id="5" creationId="{DA4D1CCD-A1C3-F713-8A5D-7338B0A8D3CA}"/>
          </ac:picMkLst>
        </pc:picChg>
        <pc:picChg chg="add del mod">
          <ac:chgData name="Guest User" userId="" providerId="Windows Live" clId="Web-{A4EB6A46-E521-39DF-C20E-F821987DB226}" dt="2025-12-08T20:36:41.458" v="1143"/>
          <ac:picMkLst>
            <pc:docMk/>
            <pc:sldMk cId="332681360" sldId="273"/>
            <ac:picMk id="6" creationId="{9C58A13F-624B-6575-6BDE-A835645548C1}"/>
          </ac:picMkLst>
        </pc:picChg>
        <pc:picChg chg="add del">
          <ac:chgData name="Guest User" userId="" providerId="Windows Live" clId="Web-{A4EB6A46-E521-39DF-C20E-F821987DB226}" dt="2025-12-08T20:33:40.470" v="1132"/>
          <ac:picMkLst>
            <pc:docMk/>
            <pc:sldMk cId="332681360" sldId="273"/>
            <ac:picMk id="7" creationId="{3412BC25-5404-520A-F3D9-04213D21A00C}"/>
          </ac:picMkLst>
        </pc:picChg>
        <pc:picChg chg="add mod">
          <ac:chgData name="Guest User" userId="" providerId="Windows Live" clId="Web-{A4EB6A46-E521-39DF-C20E-F821987DB226}" dt="2025-12-08T20:53:34.298" v="1612" actId="1076"/>
          <ac:picMkLst>
            <pc:docMk/>
            <pc:sldMk cId="332681360" sldId="273"/>
            <ac:picMk id="8" creationId="{C72F3C59-5A5C-29F5-AE74-3DCE8F871FE9}"/>
          </ac:picMkLst>
        </pc:picChg>
        <pc:picChg chg="add mod">
          <ac:chgData name="Guest User" userId="" providerId="Windows Live" clId="Web-{A4EB6A46-E521-39DF-C20E-F821987DB226}" dt="2025-12-08T20:53:36.673" v="1613" actId="1076"/>
          <ac:picMkLst>
            <pc:docMk/>
            <pc:sldMk cId="332681360" sldId="273"/>
            <ac:picMk id="10" creationId="{EDACEF1D-9C1A-99E3-5737-F5F575F777A2}"/>
          </ac:picMkLst>
        </pc:picChg>
        <pc:picChg chg="del mod">
          <ac:chgData name="Guest User" userId="" providerId="Windows Live" clId="Web-{A4EB6A46-E521-39DF-C20E-F821987DB226}" dt="2025-12-08T21:31:07.199" v="1968"/>
          <ac:picMkLst>
            <pc:docMk/>
            <pc:sldMk cId="332681360" sldId="273"/>
            <ac:picMk id="12" creationId="{67AA069A-50C7-0426-D2F8-FFD190D2426F}"/>
          </ac:picMkLst>
        </pc:picChg>
      </pc:sldChg>
      <pc:sldChg chg="delSp modSp del ord">
        <pc:chgData name="Guest User" userId="" providerId="Windows Live" clId="Web-{A4EB6A46-E521-39DF-C20E-F821987DB226}" dt="2025-12-08T20:41:17.680" v="1176"/>
        <pc:sldMkLst>
          <pc:docMk/>
          <pc:sldMk cId="2627908766" sldId="274"/>
        </pc:sldMkLst>
        <pc:spChg chg="mod">
          <ac:chgData name="Guest User" userId="" providerId="Windows Live" clId="Web-{A4EB6A46-E521-39DF-C20E-F821987DB226}" dt="2025-12-08T19:46:09.657" v="538" actId="20577"/>
          <ac:spMkLst>
            <pc:docMk/>
            <pc:sldMk cId="2627908766" sldId="274"/>
            <ac:spMk id="2" creationId="{4CB21B7C-BCAC-9183-4A0C-D4513C27C31F}"/>
          </ac:spMkLst>
        </pc:spChg>
        <pc:spChg chg="mod">
          <ac:chgData name="Guest User" userId="" providerId="Windows Live" clId="Web-{A4EB6A46-E521-39DF-C20E-F821987DB226}" dt="2025-12-08T19:37:55.756" v="496" actId="20577"/>
          <ac:spMkLst>
            <pc:docMk/>
            <pc:sldMk cId="2627908766" sldId="274"/>
            <ac:spMk id="4" creationId="{6663A507-1477-0F40-C323-CF0181EF9B62}"/>
          </ac:spMkLst>
        </pc:spChg>
        <pc:spChg chg="mod">
          <ac:chgData name="Guest User" userId="" providerId="Windows Live" clId="Web-{A4EB6A46-E521-39DF-C20E-F821987DB226}" dt="2025-12-08T19:39:46.182" v="514" actId="20577"/>
          <ac:spMkLst>
            <pc:docMk/>
            <pc:sldMk cId="2627908766" sldId="274"/>
            <ac:spMk id="5" creationId="{4524A11D-13AE-81F8-401F-7C4CF9E84D99}"/>
          </ac:spMkLst>
        </pc:spChg>
        <pc:picChg chg="del">
          <ac:chgData name="Guest User" userId="" providerId="Windows Live" clId="Web-{A4EB6A46-E521-39DF-C20E-F821987DB226}" dt="2025-12-08T19:37:58.209" v="497"/>
          <ac:picMkLst>
            <pc:docMk/>
            <pc:sldMk cId="2627908766" sldId="274"/>
            <ac:picMk id="7170" creationId="{C6495E85-4F99-F226-9801-8AA2096721BE}"/>
          </ac:picMkLst>
        </pc:picChg>
      </pc:sldChg>
      <pc:sldChg chg="delSp modSp">
        <pc:chgData name="Guest User" userId="" providerId="Windows Live" clId="Web-{A4EB6A46-E521-39DF-C20E-F821987DB226}" dt="2025-12-08T22:19:07.923" v="2532" actId="20577"/>
        <pc:sldMkLst>
          <pc:docMk/>
          <pc:sldMk cId="4145943625" sldId="275"/>
        </pc:sldMkLst>
        <pc:spChg chg="mod">
          <ac:chgData name="Guest User" userId="" providerId="Windows Live" clId="Web-{A4EB6A46-E521-39DF-C20E-F821987DB226}" dt="2025-12-08T21:10:35.028" v="1949" actId="20577"/>
          <ac:spMkLst>
            <pc:docMk/>
            <pc:sldMk cId="4145943625" sldId="275"/>
            <ac:spMk id="2" creationId="{494BF9F3-FB8C-B730-D43F-327FDF18F701}"/>
          </ac:spMkLst>
        </pc:spChg>
        <pc:spChg chg="del mod">
          <ac:chgData name="Guest User" userId="" providerId="Windows Live" clId="Web-{A4EB6A46-E521-39DF-C20E-F821987DB226}" dt="2025-12-08T19:30:32.974" v="352"/>
          <ac:spMkLst>
            <pc:docMk/>
            <pc:sldMk cId="4145943625" sldId="275"/>
            <ac:spMk id="6" creationId="{D41EAA0C-C5A7-B9D1-7D11-EA6AE9F6B4EC}"/>
          </ac:spMkLst>
        </pc:spChg>
        <pc:spChg chg="mod">
          <ac:chgData name="Guest User" userId="" providerId="Windows Live" clId="Web-{A4EB6A46-E521-39DF-C20E-F821987DB226}" dt="2025-12-08T22:19:07.923" v="2532" actId="20577"/>
          <ac:spMkLst>
            <pc:docMk/>
            <pc:sldMk cId="4145943625" sldId="275"/>
            <ac:spMk id="8" creationId="{237A3867-D4E0-DF69-2409-F5C74CEA36D3}"/>
          </ac:spMkLst>
        </pc:spChg>
        <pc:picChg chg="del mod">
          <ac:chgData name="Guest User" userId="" providerId="Windows Live" clId="Web-{A4EB6A46-E521-39DF-C20E-F821987DB226}" dt="2025-12-08T19:28:11.582" v="330"/>
          <ac:picMkLst>
            <pc:docMk/>
            <pc:sldMk cId="4145943625" sldId="275"/>
            <ac:picMk id="4" creationId="{9B0A95E4-942E-7DA8-BEC1-375B6CA8351A}"/>
          </ac:picMkLst>
        </pc:picChg>
      </pc:sldChg>
      <pc:sldChg chg="addSp delSp modSp add replId">
        <pc:chgData name="Guest User" userId="" providerId="Windows Live" clId="Web-{A4EB6A46-E521-39DF-C20E-F821987DB226}" dt="2025-12-08T21:42:15.706" v="2275" actId="20577"/>
        <pc:sldMkLst>
          <pc:docMk/>
          <pc:sldMk cId="3958867530" sldId="276"/>
        </pc:sldMkLst>
        <pc:spChg chg="add mod">
          <ac:chgData name="Guest User" userId="" providerId="Windows Live" clId="Web-{A4EB6A46-E521-39DF-C20E-F821987DB226}" dt="2025-12-08T21:42:15.706" v="2275" actId="20577"/>
          <ac:spMkLst>
            <pc:docMk/>
            <pc:sldMk cId="3958867530" sldId="276"/>
            <ac:spMk id="5" creationId="{0752EE69-966A-907B-B4BA-02331A3E8C9B}"/>
          </ac:spMkLst>
        </pc:spChg>
        <pc:spChg chg="del">
          <ac:chgData name="Guest User" userId="" providerId="Windows Live" clId="Web-{A4EB6A46-E521-39DF-C20E-F821987DB226}" dt="2025-12-08T20:38:01.584" v="1167"/>
          <ac:spMkLst>
            <pc:docMk/>
            <pc:sldMk cId="3958867530" sldId="276"/>
            <ac:spMk id="15" creationId="{A935E701-21E0-64AC-793C-39FFD95CBF75}"/>
          </ac:spMkLst>
        </pc:spChg>
        <pc:graphicFrameChg chg="add del">
          <ac:chgData name="Guest User" userId="" providerId="Windows Live" clId="Web-{A4EB6A46-E521-39DF-C20E-F821987DB226}" dt="2025-12-08T21:39:19.780" v="2245"/>
          <ac:graphicFrameMkLst>
            <pc:docMk/>
            <pc:sldMk cId="3958867530" sldId="276"/>
            <ac:graphicFrameMk id="7" creationId="{6AACFBBE-A33D-FB87-D655-AF59F8D3893F}"/>
          </ac:graphicFrameMkLst>
        </pc:graphicFrameChg>
        <pc:graphicFrameChg chg="add mod modGraphic">
          <ac:chgData name="Guest User" userId="" providerId="Windows Live" clId="Web-{A4EB6A46-E521-39DF-C20E-F821987DB226}" dt="2025-12-08T21:41:02.798" v="2267" actId="1076"/>
          <ac:graphicFrameMkLst>
            <pc:docMk/>
            <pc:sldMk cId="3958867530" sldId="276"/>
            <ac:graphicFrameMk id="13" creationId="{1A768669-B234-2245-D67E-DBE859A42A0D}"/>
          </ac:graphicFrameMkLst>
        </pc:graphicFrameChg>
        <pc:picChg chg="add mod">
          <ac:chgData name="Guest User" userId="" providerId="Windows Live" clId="Web-{A4EB6A46-E521-39DF-C20E-F821987DB226}" dt="2025-12-08T20:54:32.658" v="1623" actId="1076"/>
          <ac:picMkLst>
            <pc:docMk/>
            <pc:sldMk cId="3958867530" sldId="276"/>
            <ac:picMk id="3" creationId="{4412655D-90EB-9F75-0928-F661D9986A78}"/>
          </ac:picMkLst>
        </pc:picChg>
        <pc:picChg chg="add mod">
          <ac:chgData name="Guest User" userId="" providerId="Windows Live" clId="Web-{A4EB6A46-E521-39DF-C20E-F821987DB226}" dt="2025-12-08T20:54:24.658" v="1620" actId="1076"/>
          <ac:picMkLst>
            <pc:docMk/>
            <pc:sldMk cId="3958867530" sldId="276"/>
            <ac:picMk id="4" creationId="{C19DC656-870E-540B-83FD-EB4F1AD78472}"/>
          </ac:picMkLst>
        </pc:picChg>
        <pc:picChg chg="del mod">
          <ac:chgData name="Guest User" userId="" providerId="Windows Live" clId="Web-{A4EB6A46-E521-39DF-C20E-F821987DB226}" dt="2025-12-08T20:38:01.584" v="1166"/>
          <ac:picMkLst>
            <pc:docMk/>
            <pc:sldMk cId="3958867530" sldId="276"/>
            <ac:picMk id="8" creationId="{0B0EB022-0A5B-2D32-6257-C09E3DD32228}"/>
          </ac:picMkLst>
        </pc:picChg>
        <pc:picChg chg="del mod">
          <ac:chgData name="Guest User" userId="" providerId="Windows Live" clId="Web-{A4EB6A46-E521-39DF-C20E-F821987DB226}" dt="2025-12-08T20:38:01.584" v="1165"/>
          <ac:picMkLst>
            <pc:docMk/>
            <pc:sldMk cId="3958867530" sldId="276"/>
            <ac:picMk id="10" creationId="{C39A3B52-F080-9DD2-9E5A-0376CC8025A9}"/>
          </ac:picMkLst>
        </pc:picChg>
        <pc:picChg chg="del mod">
          <ac:chgData name="Guest User" userId="" providerId="Windows Live" clId="Web-{A4EB6A46-E521-39DF-C20E-F821987DB226}" dt="2025-12-08T20:38:01.584" v="1168"/>
          <ac:picMkLst>
            <pc:docMk/>
            <pc:sldMk cId="3958867530" sldId="276"/>
            <ac:picMk id="12" creationId="{C082024E-52C0-1371-626E-55FEDA22A3B0}"/>
          </ac:picMkLst>
        </pc:picChg>
      </pc:sldChg>
      <pc:sldChg chg="addSp delSp modSp add ord replId">
        <pc:chgData name="Guest User" userId="" providerId="Windows Live" clId="Web-{A4EB6A46-E521-39DF-C20E-F821987DB226}" dt="2025-12-08T21:55:38.701" v="2427" actId="20577"/>
        <pc:sldMkLst>
          <pc:docMk/>
          <pc:sldMk cId="670655884" sldId="277"/>
        </pc:sldMkLst>
        <pc:spChg chg="mod">
          <ac:chgData name="Guest User" userId="" providerId="Windows Live" clId="Web-{A4EB6A46-E521-39DF-C20E-F821987DB226}" dt="2025-12-08T21:55:38.701" v="2427" actId="20577"/>
          <ac:spMkLst>
            <pc:docMk/>
            <pc:sldMk cId="670655884" sldId="277"/>
            <ac:spMk id="19" creationId="{B55A1D12-D7FC-7B4B-9AF1-4224FE23EB38}"/>
          </ac:spMkLst>
        </pc:spChg>
        <pc:spChg chg="mod">
          <ac:chgData name="Guest User" userId="" providerId="Windows Live" clId="Web-{A4EB6A46-E521-39DF-C20E-F821987DB226}" dt="2025-12-08T21:48:48.628" v="2360" actId="1076"/>
          <ac:spMkLst>
            <pc:docMk/>
            <pc:sldMk cId="670655884" sldId="277"/>
            <ac:spMk id="23" creationId="{60D7A373-92F2-FE63-3485-BF27E857C870}"/>
          </ac:spMkLst>
        </pc:spChg>
        <pc:picChg chg="del">
          <ac:chgData name="Guest User" userId="" providerId="Windows Live" clId="Web-{A4EB6A46-E521-39DF-C20E-F821987DB226}" dt="2025-12-08T21:43:42.280" v="2277"/>
          <ac:picMkLst>
            <pc:docMk/>
            <pc:sldMk cId="670655884" sldId="277"/>
            <ac:picMk id="3" creationId="{0839AF38-2ECC-A300-9D8B-402056D264DD}"/>
          </ac:picMkLst>
        </pc:picChg>
        <pc:picChg chg="add del mod">
          <ac:chgData name="Guest User" userId="" providerId="Windows Live" clId="Web-{A4EB6A46-E521-39DF-C20E-F821987DB226}" dt="2025-12-08T21:48:53.738" v="2361" actId="1076"/>
          <ac:picMkLst>
            <pc:docMk/>
            <pc:sldMk cId="670655884" sldId="277"/>
            <ac:picMk id="4" creationId="{34867764-C4C9-B1CA-7749-E7F1F0E63125}"/>
          </ac:picMkLst>
        </pc:picChg>
        <pc:picChg chg="mod">
          <ac:chgData name="Guest User" userId="" providerId="Windows Live" clId="Web-{A4EB6A46-E521-39DF-C20E-F821987DB226}" dt="2025-12-08T21:47:06.410" v="2334" actId="1076"/>
          <ac:picMkLst>
            <pc:docMk/>
            <pc:sldMk cId="670655884" sldId="277"/>
            <ac:picMk id="25" creationId="{079813AB-5926-47EF-2AD3-343E4F994B27}"/>
          </ac:picMkLst>
        </pc:picChg>
      </pc:sldChg>
    </pc:docChg>
  </pc:docChgLst>
  <pc:docChgLst>
    <pc:chgData name="Guest User" providerId="Windows Live" clId="Web-{E3AE0E5F-DE78-E715-328D-C191159B529E}"/>
    <pc:docChg chg="modSld">
      <pc:chgData name="Guest User" userId="" providerId="Windows Live" clId="Web-{E3AE0E5F-DE78-E715-328D-C191159B529E}" dt="2025-12-08T22:16:21.830" v="16" actId="20577"/>
      <pc:docMkLst>
        <pc:docMk/>
      </pc:docMkLst>
      <pc:sldChg chg="modSp">
        <pc:chgData name="Guest User" userId="" providerId="Windows Live" clId="Web-{E3AE0E5F-DE78-E715-328D-C191159B529E}" dt="2025-12-08T22:16:21.830" v="16" actId="20577"/>
        <pc:sldMkLst>
          <pc:docMk/>
          <pc:sldMk cId="3960999194" sldId="270"/>
        </pc:sldMkLst>
        <pc:spChg chg="mod">
          <ac:chgData name="Guest User" userId="" providerId="Windows Live" clId="Web-{E3AE0E5F-DE78-E715-328D-C191159B529E}" dt="2025-12-08T22:16:21.830" v="16" actId="20577"/>
          <ac:spMkLst>
            <pc:docMk/>
            <pc:sldMk cId="3960999194" sldId="270"/>
            <ac:spMk id="5" creationId="{6BB6E929-2D96-F9FA-ADF7-91C572FD989F}"/>
          </ac:spMkLst>
        </pc:spChg>
        <pc:spChg chg="mod">
          <ac:chgData name="Guest User" userId="" providerId="Windows Live" clId="Web-{E3AE0E5F-DE78-E715-328D-C191159B529E}" dt="2025-12-08T20:49:23.976" v="11" actId="20577"/>
          <ac:spMkLst>
            <pc:docMk/>
            <pc:sldMk cId="3960999194" sldId="270"/>
            <ac:spMk id="9" creationId="{CCFC7295-078D-7065-F474-5CAC90CA4376}"/>
          </ac:spMkLst>
        </pc:spChg>
      </pc:sldChg>
    </pc:docChg>
  </pc:docChgLst>
  <pc:docChgLst>
    <pc:chgData name="Guest User" providerId="Windows Live" clId="Web-{9630EC4C-CB58-7DBA-BC4C-32CA5276FC44}"/>
    <pc:docChg chg="addSld modSld">
      <pc:chgData name="Guest User" userId="" providerId="Windows Live" clId="Web-{9630EC4C-CB58-7DBA-BC4C-32CA5276FC44}" dt="2025-12-09T00:37:08.730" v="18" actId="20577"/>
      <pc:docMkLst>
        <pc:docMk/>
      </pc:docMkLst>
      <pc:sldChg chg="modSp add">
        <pc:chgData name="Guest User" userId="" providerId="Windows Live" clId="Web-{9630EC4C-CB58-7DBA-BC4C-32CA5276FC44}" dt="2025-12-09T00:37:08.730" v="18" actId="20577"/>
        <pc:sldMkLst>
          <pc:docMk/>
          <pc:sldMk cId="1269660479" sldId="257"/>
        </pc:sldMkLst>
        <pc:spChg chg="mod">
          <ac:chgData name="Guest User" userId="" providerId="Windows Live" clId="Web-{9630EC4C-CB58-7DBA-BC4C-32CA5276FC44}" dt="2025-12-09T00:37:08.730" v="18" actId="20577"/>
          <ac:spMkLst>
            <pc:docMk/>
            <pc:sldMk cId="1269660479" sldId="257"/>
            <ac:spMk id="3" creationId="{5A819BC6-AECF-96F3-73AD-122B0C2DC93B}"/>
          </ac:spMkLst>
        </pc:spChg>
      </pc:sldChg>
      <pc:sldChg chg="modSp">
        <pc:chgData name="Guest User" userId="" providerId="Windows Live" clId="Web-{9630EC4C-CB58-7DBA-BC4C-32CA5276FC44}" dt="2025-12-09T00:35:50.010" v="8" actId="14100"/>
        <pc:sldMkLst>
          <pc:docMk/>
          <pc:sldMk cId="2688285672" sldId="272"/>
        </pc:sldMkLst>
        <pc:spChg chg="mod">
          <ac:chgData name="Guest User" userId="" providerId="Windows Live" clId="Web-{9630EC4C-CB58-7DBA-BC4C-32CA5276FC44}" dt="2025-12-09T00:35:50.010" v="8" actId="14100"/>
          <ac:spMkLst>
            <pc:docMk/>
            <pc:sldMk cId="2688285672" sldId="272"/>
            <ac:spMk id="14" creationId="{220EF10F-30F3-7835-824B-597408D2F60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E832-3393-2E09-CFDD-2333478D34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6CCB43-8F41-D54B-5102-0178E3CD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1E83FA-E4DB-0EA4-1532-89868943CAFD}"/>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1B0EA328-A3E3-83F4-C2E2-DA63FD2D7B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DF3C86-7458-0109-9F63-763F3FD6AF5E}"/>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1551164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88C3-F5B7-CFA8-1DDC-9ABEBB4475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E10A3B-9161-7D6F-9960-08E407A8BF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A79FC0-F853-3818-4127-0348E9A2C31C}"/>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EBD5916C-A6E7-385E-F97F-0565080EA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E566D7-210D-71F3-E5D9-84B52B40A91A}"/>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1476269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1406-7CBF-5D25-04BA-F4CE5DCF70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4DC384-3A3E-F5FE-A4F6-2D43741C87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206EF4-067C-7950-8C61-3A8B1467D8CA}"/>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0C6F1C69-E941-EEAD-FFD5-A60079156F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E3F668-D046-3FA8-B0DA-5990E45E2865}"/>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357654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16B9-A163-DE32-B96F-2593BFB8F4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16691B-A04D-347C-6B6F-66F65E067E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5CB510-BAFA-EBE7-8BF7-661B9F3472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10A304-1F7F-639B-00A7-803200A6D9BD}"/>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6" name="Footer Placeholder 5">
            <a:extLst>
              <a:ext uri="{FF2B5EF4-FFF2-40B4-BE49-F238E27FC236}">
                <a16:creationId xmlns:a16="http://schemas.microsoft.com/office/drawing/2014/main" id="{9975AFF3-FCBA-3609-EF75-7838C1F01B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1205C8-361A-47E2-1A36-BBD91BB044AC}"/>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1223799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76A7-BD95-F34F-B865-FF9D7522E6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758A41-DCE8-B29C-7A79-C53ECF3BB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ACF9B1-A587-5114-6235-3D464BC2D6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F0F2F6-18E9-9D49-7288-EC1EA34C9E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71EAD4-B817-D1BB-1434-5186C7024E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822532-03A9-EA3F-A0C7-6D2817438640}"/>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8" name="Footer Placeholder 7">
            <a:extLst>
              <a:ext uri="{FF2B5EF4-FFF2-40B4-BE49-F238E27FC236}">
                <a16:creationId xmlns:a16="http://schemas.microsoft.com/office/drawing/2014/main" id="{93E46D35-2EA2-9255-7403-89059B8B2B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CD64AA-A610-4F18-49DF-F1ACF3158943}"/>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249214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02DC6-8468-2892-A3EC-D47AC99131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620AF1-A873-B6A6-961E-12F42D2D41DA}"/>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4" name="Footer Placeholder 3">
            <a:extLst>
              <a:ext uri="{FF2B5EF4-FFF2-40B4-BE49-F238E27FC236}">
                <a16:creationId xmlns:a16="http://schemas.microsoft.com/office/drawing/2014/main" id="{F7DD88F6-483A-5F58-C521-279E4A2455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63F934-F380-FA8D-6A2B-589B35DFB64D}"/>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2556214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B5995-4028-2B2B-7C89-5E894D2C9605}"/>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3" name="Footer Placeholder 2">
            <a:extLst>
              <a:ext uri="{FF2B5EF4-FFF2-40B4-BE49-F238E27FC236}">
                <a16:creationId xmlns:a16="http://schemas.microsoft.com/office/drawing/2014/main" id="{5BA7AD22-376A-F04D-1529-9F77BB002E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137A0F-C829-9C38-0809-AA00000CD3AD}"/>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773506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0A85-2EDE-5747-819E-3BE5C8D06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D1AF31-A5BA-0A98-22A7-94BD51FE58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EDAD06-890E-670E-46D2-3F0831FBB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AE04E-9C84-4D29-9990-A742F8529027}"/>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6" name="Footer Placeholder 5">
            <a:extLst>
              <a:ext uri="{FF2B5EF4-FFF2-40B4-BE49-F238E27FC236}">
                <a16:creationId xmlns:a16="http://schemas.microsoft.com/office/drawing/2014/main" id="{C8A067FC-C859-D7F7-1C63-DF922D3F70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D3BDDA-149E-35B6-83B1-F4D5FCE4885B}"/>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121485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8B45-A5C7-3AE3-A3FB-B4F9D1FFB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47869-0CFB-99CE-6CCC-5D2751E421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D0874A-5397-0C46-3ED5-B70992901A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D3FAF2-08AA-9836-7C4C-D216901FAC58}"/>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6" name="Footer Placeholder 5">
            <a:extLst>
              <a:ext uri="{FF2B5EF4-FFF2-40B4-BE49-F238E27FC236}">
                <a16:creationId xmlns:a16="http://schemas.microsoft.com/office/drawing/2014/main" id="{3A6A5453-1F17-A9D1-A69A-8D926A05F8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41189B-2C28-C814-D6D7-DA3E34F5B46E}"/>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407369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6F041-544F-43AD-4F04-4913A58697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F65C50-6A20-6439-875E-DFD466F27C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59EF24-1CCF-8E50-37A5-0DA583043B80}"/>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DDE8CFD5-31AA-87AF-1FB0-E68AF0BAA9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F2B3B9-8FBC-9852-6A44-40B1C8C21AD9}"/>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497964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27FD0F-544C-E5FF-8214-9572E34B42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142202-E752-8175-FCE4-50B03D81E4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28FDE3-B714-8C38-3193-6356C181AF2D}"/>
              </a:ext>
            </a:extLst>
          </p:cNvPr>
          <p:cNvSpPr>
            <a:spLocks noGrp="1"/>
          </p:cNvSpPr>
          <p:nvPr>
            <p:ph type="dt" sz="half" idx="10"/>
          </p:nvPr>
        </p:nvSpPr>
        <p:spPr/>
        <p:txBody>
          <a:body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4DF30CBD-C365-5707-BE39-8A84EE3623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6B1853-4226-A080-D6F4-4F045CE9D5F9}"/>
              </a:ext>
            </a:extLst>
          </p:cNvPr>
          <p:cNvSpPr>
            <a:spLocks noGrp="1"/>
          </p:cNvSpPr>
          <p:nvPr>
            <p:ph type="sldNum" sz="quarter" idx="12"/>
          </p:nvPr>
        </p:nvSpPr>
        <p:spPr/>
        <p:txBody>
          <a:bodyPr/>
          <a:lstStyle/>
          <a:p>
            <a:fld id="{7E948CED-CFE3-49AB-9B22-D7FB26CE22F0}" type="slidenum">
              <a:rPr lang="en-IN" smtClean="0"/>
              <a:t>‹#›</a:t>
            </a:fld>
            <a:endParaRPr lang="en-IN"/>
          </a:p>
        </p:txBody>
      </p:sp>
    </p:spTree>
    <p:extLst>
      <p:ext uri="{BB962C8B-B14F-4D97-AF65-F5344CB8AC3E}">
        <p14:creationId xmlns:p14="http://schemas.microsoft.com/office/powerpoint/2010/main" val="139504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C4B661-4593-1286-914F-ADF2EB0287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6645AF-B80A-DFC2-B8BF-4D36A9DD1B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493D22-9B09-A14C-28A3-79170E272C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5FFFF-5920-4434-819D-32F4D68CD565}" type="datetimeFigureOut">
              <a:rPr lang="en-IN" smtClean="0"/>
              <a:t>08-12-2025</a:t>
            </a:fld>
            <a:endParaRPr lang="en-IN"/>
          </a:p>
        </p:txBody>
      </p:sp>
      <p:sp>
        <p:nvSpPr>
          <p:cNvPr id="5" name="Footer Placeholder 4">
            <a:extLst>
              <a:ext uri="{FF2B5EF4-FFF2-40B4-BE49-F238E27FC236}">
                <a16:creationId xmlns:a16="http://schemas.microsoft.com/office/drawing/2014/main" id="{54FF338B-F533-FE16-F591-CEF337319D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03D94CA-732B-6A10-01E7-9298EC9556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948CED-CFE3-49AB-9B22-D7FB26CE22F0}" type="slidenum">
              <a:rPr lang="en-IN" smtClean="0"/>
              <a:t>‹#›</a:t>
            </a:fld>
            <a:endParaRPr lang="en-IN"/>
          </a:p>
        </p:txBody>
      </p:sp>
    </p:spTree>
    <p:extLst>
      <p:ext uri="{BB962C8B-B14F-4D97-AF65-F5344CB8AC3E}">
        <p14:creationId xmlns:p14="http://schemas.microsoft.com/office/powerpoint/2010/main" val="3820617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F0211-D3D5-5C29-A995-E1B40575C2F4}"/>
              </a:ext>
            </a:extLst>
          </p:cNvPr>
          <p:cNvSpPr>
            <a:spLocks noGrp="1"/>
          </p:cNvSpPr>
          <p:nvPr>
            <p:ph type="ctrTitle"/>
          </p:nvPr>
        </p:nvSpPr>
        <p:spPr>
          <a:xfrm>
            <a:off x="0" y="0"/>
            <a:ext cx="12192000" cy="1201168"/>
          </a:xfrm>
          <a:solidFill>
            <a:srgbClr val="990000"/>
          </a:solidFill>
        </p:spPr>
        <p:txBody>
          <a:bodyPr vert="horz" lIns="91440" tIns="45720" rIns="91440" bIns="45720" rtlCol="0" anchor="ctr">
            <a:noAutofit/>
          </a:bodyPr>
          <a:lstStyle/>
          <a:p>
            <a:r>
              <a:rPr lang="en-IN" sz="4000">
                <a:solidFill>
                  <a:schemeClr val="bg1"/>
                </a:solidFill>
                <a:latin typeface="Times New Roman"/>
                <a:cs typeface="Times New Roman"/>
              </a:rPr>
              <a:t>Emotion Classification System using EEG signals for Non-Verbal Patients</a:t>
            </a:r>
            <a:endParaRPr lang="en-US" sz="4000">
              <a:solidFill>
                <a:schemeClr val="bg1"/>
              </a:solidFill>
              <a:latin typeface="Times New Roman"/>
              <a:cs typeface="Times New Roman"/>
            </a:endParaRPr>
          </a:p>
        </p:txBody>
      </p:sp>
      <p:sp>
        <p:nvSpPr>
          <p:cNvPr id="3" name="Subtitle 2">
            <a:extLst>
              <a:ext uri="{FF2B5EF4-FFF2-40B4-BE49-F238E27FC236}">
                <a16:creationId xmlns:a16="http://schemas.microsoft.com/office/drawing/2014/main" id="{5A819BC6-AECF-96F3-73AD-122B0C2DC93B}"/>
              </a:ext>
            </a:extLst>
          </p:cNvPr>
          <p:cNvSpPr>
            <a:spLocks noGrp="1"/>
          </p:cNvSpPr>
          <p:nvPr>
            <p:ph type="subTitle" idx="1"/>
          </p:nvPr>
        </p:nvSpPr>
        <p:spPr>
          <a:xfrm>
            <a:off x="1382486" y="1405138"/>
            <a:ext cx="9144000" cy="495867"/>
          </a:xfrm>
        </p:spPr>
        <p:txBody>
          <a:bodyPr vert="horz" lIns="91440" tIns="45720" rIns="91440" bIns="45720" rtlCol="0" anchor="t">
            <a:normAutofit/>
          </a:bodyPr>
          <a:lstStyle/>
          <a:p>
            <a:r>
              <a:rPr lang="en-IN">
                <a:latin typeface="Arial"/>
                <a:cs typeface="Times New Roman"/>
              </a:rPr>
              <a:t>CS 6220 Data Mining Techniques</a:t>
            </a:r>
          </a:p>
        </p:txBody>
      </p:sp>
      <p:pic>
        <p:nvPicPr>
          <p:cNvPr id="1026" name="Picture 2">
            <a:extLst>
              <a:ext uri="{FF2B5EF4-FFF2-40B4-BE49-F238E27FC236}">
                <a16:creationId xmlns:a16="http://schemas.microsoft.com/office/drawing/2014/main" id="{15CA9AD9-9D89-CFB9-E538-6CBAEA507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5134" y="2009435"/>
            <a:ext cx="5422276" cy="30473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F6606B-0856-567D-9AA3-00FFC5C49509}"/>
              </a:ext>
            </a:extLst>
          </p:cNvPr>
          <p:cNvSpPr txBox="1"/>
          <p:nvPr/>
        </p:nvSpPr>
        <p:spPr>
          <a:xfrm>
            <a:off x="129608" y="5208207"/>
            <a:ext cx="3951514" cy="400110"/>
          </a:xfrm>
          <a:prstGeom prst="rect">
            <a:avLst/>
          </a:prstGeom>
          <a:noFill/>
        </p:spPr>
        <p:txBody>
          <a:bodyPr wrap="square" lIns="91440" tIns="45720" rIns="91440" bIns="45720" rtlCol="0" anchor="t">
            <a:spAutoFit/>
          </a:bodyPr>
          <a:lstStyle/>
          <a:p>
            <a:r>
              <a:rPr lang="en-IN" sz="2000" b="1">
                <a:latin typeface="+mj-lt"/>
                <a:cs typeface="Times New Roman"/>
              </a:rPr>
              <a:t>Instructor: Mirek Riedewald</a:t>
            </a:r>
            <a:endParaRPr lang="en-IN" sz="2000" b="1">
              <a:latin typeface="+mj-lt"/>
              <a:ea typeface="Calibri Light"/>
              <a:cs typeface="Times New Roman"/>
            </a:endParaRPr>
          </a:p>
        </p:txBody>
      </p:sp>
      <p:sp>
        <p:nvSpPr>
          <p:cNvPr id="5" name="TextBox 4">
            <a:extLst>
              <a:ext uri="{FF2B5EF4-FFF2-40B4-BE49-F238E27FC236}">
                <a16:creationId xmlns:a16="http://schemas.microsoft.com/office/drawing/2014/main" id="{D55A1501-406D-8BC7-5EEE-D3E92E700C89}"/>
              </a:ext>
            </a:extLst>
          </p:cNvPr>
          <p:cNvSpPr txBox="1"/>
          <p:nvPr/>
        </p:nvSpPr>
        <p:spPr>
          <a:xfrm>
            <a:off x="7900988" y="5204392"/>
            <a:ext cx="5029199" cy="1384995"/>
          </a:xfrm>
          <a:prstGeom prst="rect">
            <a:avLst/>
          </a:prstGeom>
          <a:noFill/>
        </p:spPr>
        <p:txBody>
          <a:bodyPr wrap="square" lIns="91440" tIns="45720" rIns="91440" bIns="45720" rtlCol="0" anchor="t">
            <a:spAutoFit/>
          </a:bodyPr>
          <a:lstStyle/>
          <a:p>
            <a:r>
              <a:rPr lang="en-IN" sz="2000" b="1">
                <a:latin typeface="Calibri Light"/>
                <a:ea typeface="Calibri Light"/>
                <a:cs typeface="Times New Roman"/>
              </a:rPr>
              <a:t>Team Members:</a:t>
            </a:r>
          </a:p>
          <a:p>
            <a:r>
              <a:rPr lang="en-IN" sz="1600" b="1">
                <a:latin typeface="Calibri Light"/>
                <a:ea typeface="Calibri Light"/>
                <a:cs typeface="Calibri Light"/>
              </a:rPr>
              <a:t>Henil </a:t>
            </a:r>
            <a:r>
              <a:rPr lang="en-IN" sz="1600" b="1" err="1">
                <a:latin typeface="Calibri Light"/>
                <a:ea typeface="Calibri Light"/>
                <a:cs typeface="Calibri Light"/>
              </a:rPr>
              <a:t>Himanshukumar</a:t>
            </a:r>
            <a:r>
              <a:rPr lang="en-IN" sz="1600" b="1">
                <a:latin typeface="Calibri Light"/>
                <a:ea typeface="Calibri Light"/>
                <a:cs typeface="Calibri Light"/>
              </a:rPr>
              <a:t> Patel (002058168)</a:t>
            </a:r>
            <a:endParaRPr lang="en-IN" sz="2000" b="1">
              <a:latin typeface="Calibri Light"/>
              <a:ea typeface="Calibri Light"/>
              <a:cs typeface="Times New Roman"/>
            </a:endParaRPr>
          </a:p>
          <a:p>
            <a:r>
              <a:rPr lang="en-IN" sz="1600" b="1" err="1">
                <a:latin typeface="Calibri Light"/>
                <a:ea typeface="Calibri Light"/>
                <a:cs typeface="Calibri Light"/>
              </a:rPr>
              <a:t>Pavanchytanya</a:t>
            </a:r>
            <a:r>
              <a:rPr lang="en-IN" sz="1600" b="1">
                <a:latin typeface="Calibri Light"/>
                <a:ea typeface="Calibri Light"/>
                <a:cs typeface="Calibri Light"/>
              </a:rPr>
              <a:t> Dharmapuri (002037438)</a:t>
            </a:r>
          </a:p>
          <a:p>
            <a:r>
              <a:rPr lang="en-IN" sz="1600" b="1" err="1">
                <a:latin typeface="Calibri Light"/>
                <a:ea typeface="Calibri Light"/>
                <a:cs typeface="Times New Roman"/>
              </a:rPr>
              <a:t>Deepashree</a:t>
            </a:r>
            <a:r>
              <a:rPr lang="en-IN" sz="1600" b="1">
                <a:latin typeface="Calibri Light"/>
                <a:ea typeface="Calibri Light"/>
                <a:cs typeface="Times New Roman"/>
              </a:rPr>
              <a:t> Srinivasa Rao </a:t>
            </a:r>
            <a:r>
              <a:rPr lang="en-IN" sz="1600" b="1" err="1">
                <a:latin typeface="Calibri Light"/>
                <a:ea typeface="Calibri Light"/>
                <a:cs typeface="Times New Roman"/>
              </a:rPr>
              <a:t>Rannore</a:t>
            </a:r>
            <a:r>
              <a:rPr lang="en-IN" sz="1600" b="1">
                <a:latin typeface="Calibri Light"/>
                <a:ea typeface="Calibri Light"/>
                <a:cs typeface="Times New Roman"/>
              </a:rPr>
              <a:t> (002026701)</a:t>
            </a:r>
          </a:p>
          <a:p>
            <a:r>
              <a:rPr lang="en-IN" sz="1600" b="1">
                <a:latin typeface="Calibri Light"/>
                <a:ea typeface="Calibri Light"/>
                <a:cs typeface="Calibri Light"/>
              </a:rPr>
              <a:t>Vishal Kumar (002033054</a:t>
            </a:r>
            <a:r>
              <a:rPr lang="en-IN" sz="1600">
                <a:latin typeface="Calibri Light"/>
                <a:ea typeface="Calibri Light"/>
                <a:cs typeface="Calibri Light"/>
              </a:rPr>
              <a:t>)</a:t>
            </a:r>
          </a:p>
        </p:txBody>
      </p:sp>
    </p:spTree>
    <p:extLst>
      <p:ext uri="{BB962C8B-B14F-4D97-AF65-F5344CB8AC3E}">
        <p14:creationId xmlns:p14="http://schemas.microsoft.com/office/powerpoint/2010/main" val="1269660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7C193-ADC9-E311-2FEC-4F779C5E8DED}"/>
              </a:ext>
            </a:extLst>
          </p:cNvPr>
          <p:cNvSpPr>
            <a:spLocks noGrp="1"/>
          </p:cNvSpPr>
          <p:nvPr>
            <p:ph type="title"/>
          </p:nvPr>
        </p:nvSpPr>
        <p:spPr>
          <a:xfrm>
            <a:off x="0" y="0"/>
            <a:ext cx="12192000" cy="816429"/>
          </a:xfrm>
          <a:solidFill>
            <a:srgbClr val="C00000"/>
          </a:solidFill>
        </p:spPr>
        <p:txBody>
          <a:bodyPr/>
          <a:lstStyle/>
          <a:p>
            <a:pPr algn="ctr"/>
            <a:r>
              <a:rPr lang="en-US">
                <a:solidFill>
                  <a:schemeClr val="bg1"/>
                </a:solidFill>
                <a:latin typeface="Times New Roman"/>
                <a:ea typeface="Calibri Light"/>
                <a:cs typeface="Times New Roman"/>
              </a:rPr>
              <a:t>Overview and Problem Statement</a:t>
            </a:r>
            <a:endParaRPr lang="en-US">
              <a:solidFill>
                <a:schemeClr val="bg1"/>
              </a:solidFill>
              <a:latin typeface="Times New Roman" panose="02020603050405020304" pitchFamily="18" charset="0"/>
              <a:ea typeface="Calibri Light"/>
              <a:cs typeface="Times New Roman" panose="02020603050405020304" pitchFamily="18" charset="0"/>
            </a:endParaRPr>
          </a:p>
        </p:txBody>
      </p:sp>
      <p:sp>
        <p:nvSpPr>
          <p:cNvPr id="3" name="Content Placeholder 2">
            <a:extLst>
              <a:ext uri="{FF2B5EF4-FFF2-40B4-BE49-F238E27FC236}">
                <a16:creationId xmlns:a16="http://schemas.microsoft.com/office/drawing/2014/main" id="{369FB6C1-D621-95A9-A987-3285D264560B}"/>
              </a:ext>
            </a:extLst>
          </p:cNvPr>
          <p:cNvSpPr>
            <a:spLocks noGrp="1"/>
          </p:cNvSpPr>
          <p:nvPr>
            <p:ph idx="1"/>
          </p:nvPr>
        </p:nvSpPr>
        <p:spPr>
          <a:xfrm>
            <a:off x="1" y="995564"/>
            <a:ext cx="12192000" cy="5979798"/>
          </a:xfrm>
        </p:spPr>
        <p:txBody>
          <a:bodyPr vert="horz" lIns="91440" tIns="45720" rIns="91440" bIns="45720" rtlCol="0" anchor="t">
            <a:normAutofit/>
          </a:bodyPr>
          <a:lstStyle/>
          <a:p>
            <a:pPr marL="0" indent="0">
              <a:buNone/>
            </a:pPr>
            <a:r>
              <a:rPr lang="en-US" sz="2200" b="1">
                <a:latin typeface="Calibri"/>
                <a:ea typeface="Calibri"/>
                <a:cs typeface="Times New Roman"/>
              </a:rPr>
              <a:t>Problem Statement</a:t>
            </a:r>
            <a:endParaRPr lang="en-US" sz="2200">
              <a:latin typeface="Calibri"/>
              <a:ea typeface="Calibri"/>
              <a:cs typeface="Times New Roman"/>
            </a:endParaRPr>
          </a:p>
          <a:p>
            <a:r>
              <a:rPr lang="en-US" sz="1600">
                <a:latin typeface="Calibri"/>
                <a:ea typeface="+mn-lt"/>
                <a:cs typeface="Times New Roman"/>
              </a:rPr>
              <a:t>Non-verbal patients suffering from conditions such as locked-in syndrome or severe paralysis are unable to communicate their emotional state or physical discomfort</a:t>
            </a:r>
          </a:p>
          <a:p>
            <a:r>
              <a:rPr lang="en-US" sz="1600">
                <a:latin typeface="Calibri"/>
                <a:ea typeface="+mn-lt"/>
                <a:cs typeface="Times New Roman"/>
              </a:rPr>
              <a:t>Taking their care becomes challenging for healthcare professionals and family members</a:t>
            </a:r>
            <a:endParaRPr lang="en-US" sz="1600">
              <a:latin typeface="Calibri" panose="020F0502020204030204"/>
              <a:ea typeface="+mn-lt"/>
              <a:cs typeface="Calibri" panose="020F0502020204030204"/>
            </a:endParaRPr>
          </a:p>
          <a:p>
            <a:r>
              <a:rPr lang="en-US" sz="1600">
                <a:latin typeface="Calibri"/>
                <a:ea typeface="+mn-lt"/>
                <a:cs typeface="Times New Roman"/>
              </a:rPr>
              <a:t>The objective of this project is to classify emotions based on the EEG signals generated from a person’s brain based on stimulated response of surrounding into four derived categories from Valence and Arousal</a:t>
            </a:r>
            <a:endParaRPr lang="en-US" sz="1600">
              <a:latin typeface="Calibri"/>
              <a:ea typeface="Calibri"/>
              <a:cs typeface="Times New Roman"/>
            </a:endParaRPr>
          </a:p>
          <a:p>
            <a:pPr marL="0" indent="0">
              <a:buNone/>
            </a:pPr>
            <a:r>
              <a:rPr lang="en-US" sz="2200" b="1">
                <a:latin typeface="Calibri"/>
                <a:ea typeface="Calibri"/>
                <a:cs typeface="Times New Roman"/>
              </a:rPr>
              <a:t>Solution</a:t>
            </a:r>
            <a:endParaRPr lang="en-US" sz="2200">
              <a:latin typeface="Calibri"/>
              <a:ea typeface="Calibri"/>
              <a:cs typeface="Times New Roman"/>
            </a:endParaRPr>
          </a:p>
          <a:p>
            <a:r>
              <a:rPr lang="en-US" sz="1600">
                <a:latin typeface="Calibri"/>
                <a:ea typeface="+mn-lt"/>
                <a:cs typeface="Times New Roman"/>
              </a:rPr>
              <a:t>An automated deep learning system that translates raw EEG brain signals into actionable emotional categories for caregivers</a:t>
            </a:r>
            <a:endParaRPr lang="en-US" sz="1600">
              <a:latin typeface="Calibri"/>
              <a:ea typeface="Calibri"/>
              <a:cs typeface="Times New Roman"/>
            </a:endParaRPr>
          </a:p>
          <a:p>
            <a:r>
              <a:rPr lang="en-US" sz="1600">
                <a:latin typeface="Calibri"/>
                <a:ea typeface="Calibri"/>
                <a:cs typeface="Times New Roman"/>
              </a:rPr>
              <a:t>This provides healthcare professionals with insights into the patients’ </a:t>
            </a:r>
            <a:r>
              <a:rPr lang="en-IN" sz="1600">
                <a:latin typeface="Calibri"/>
                <a:ea typeface="Calibri"/>
                <a:cs typeface="Times New Roman"/>
              </a:rPr>
              <a:t>emotional states</a:t>
            </a:r>
            <a:endParaRPr lang="en-US" sz="1600">
              <a:latin typeface="Calibri"/>
              <a:ea typeface="Calibri"/>
              <a:cs typeface="Times New Roman"/>
            </a:endParaRPr>
          </a:p>
          <a:p>
            <a:pPr marL="0" indent="0">
              <a:buNone/>
            </a:pPr>
            <a:endParaRPr lang="en-US" sz="1500" b="1">
              <a:latin typeface="Calibri"/>
              <a:ea typeface="Calibri"/>
              <a:cs typeface="Times New Roman"/>
            </a:endParaRPr>
          </a:p>
          <a:p>
            <a:pPr>
              <a:buNone/>
            </a:pPr>
            <a:r>
              <a:rPr lang="en-US" sz="2200" b="1">
                <a:latin typeface="Calibri"/>
                <a:ea typeface="Calibri"/>
                <a:cs typeface="Times New Roman"/>
              </a:rPr>
              <a:t>Data</a:t>
            </a:r>
          </a:p>
          <a:p>
            <a:pPr>
              <a:buFont typeface="Arial"/>
              <a:buChar char="•"/>
            </a:pPr>
            <a:r>
              <a:rPr lang="en-US" sz="1600">
                <a:latin typeface="Calibri"/>
                <a:ea typeface="+mn-lt"/>
                <a:cs typeface="Times New Roman"/>
              </a:rPr>
              <a:t>Utilized the DEAP Dataset, consisting of 32-channel EEG recordings from 32 subjects</a:t>
            </a:r>
          </a:p>
          <a:p>
            <a:pPr>
              <a:buFont typeface="Arial"/>
              <a:buChar char="•"/>
            </a:pPr>
            <a:r>
              <a:rPr lang="en-US" sz="1600">
                <a:latin typeface="Calibri"/>
                <a:ea typeface="+mn-lt"/>
                <a:cs typeface="Times New Roman"/>
              </a:rPr>
              <a:t>Task: To classify EEG segments into 4 Emotional States:</a:t>
            </a:r>
          </a:p>
          <a:p>
            <a:pPr marL="971550" lvl="1" indent="-285750">
              <a:buFont typeface="Arial"/>
              <a:buChar char="•"/>
            </a:pPr>
            <a:r>
              <a:rPr lang="en-US" sz="1600">
                <a:latin typeface="Calibri"/>
                <a:ea typeface="+mn-lt"/>
                <a:cs typeface="Times New Roman"/>
              </a:rPr>
              <a:t>Sad/Bored (Low Valence, Low Arousal) – Critical for distress detection.</a:t>
            </a:r>
          </a:p>
          <a:p>
            <a:pPr marL="971550" lvl="1" indent="-285750">
              <a:spcBef>
                <a:spcPts val="500"/>
              </a:spcBef>
              <a:buFont typeface="Arial"/>
              <a:buChar char="•"/>
            </a:pPr>
            <a:r>
              <a:rPr lang="en-US" sz="1600">
                <a:latin typeface="Calibri"/>
                <a:ea typeface="+mn-lt"/>
                <a:cs typeface="Times New Roman"/>
              </a:rPr>
              <a:t>Angry/Fearful (Low Valence, High Arousal)</a:t>
            </a:r>
          </a:p>
          <a:p>
            <a:pPr marL="971550" lvl="1" indent="-285750">
              <a:spcBef>
                <a:spcPts val="500"/>
              </a:spcBef>
              <a:buFont typeface="Arial"/>
              <a:buChar char="•"/>
            </a:pPr>
            <a:r>
              <a:rPr lang="en-US" sz="1600">
                <a:latin typeface="Calibri"/>
                <a:ea typeface="+mn-lt"/>
                <a:cs typeface="Times New Roman"/>
              </a:rPr>
              <a:t>Calm (High Valence, Low Arousal)</a:t>
            </a:r>
          </a:p>
          <a:p>
            <a:pPr marL="971550" lvl="1" indent="-285750">
              <a:spcBef>
                <a:spcPts val="500"/>
              </a:spcBef>
              <a:buFont typeface="Arial"/>
              <a:buChar char="•"/>
            </a:pPr>
            <a:r>
              <a:rPr lang="en-US" sz="1600">
                <a:latin typeface="Calibri"/>
                <a:ea typeface="+mn-lt"/>
                <a:cs typeface="Times New Roman"/>
              </a:rPr>
              <a:t>Happy (High Valence, High Arousal)</a:t>
            </a:r>
          </a:p>
          <a:p>
            <a:endParaRPr lang="en-US">
              <a:latin typeface="Times New Roman" panose="02020603050405020304" pitchFamily="18" charset="0"/>
              <a:ea typeface="Calibri" panose="020F0502020204030204"/>
              <a:cs typeface="Times New Roman" panose="02020603050405020304" pitchFamily="18" charset="0"/>
            </a:endParaRPr>
          </a:p>
        </p:txBody>
      </p:sp>
      <p:pic>
        <p:nvPicPr>
          <p:cNvPr id="6" name="Picture 2">
            <a:extLst>
              <a:ext uri="{FF2B5EF4-FFF2-40B4-BE49-F238E27FC236}">
                <a16:creationId xmlns:a16="http://schemas.microsoft.com/office/drawing/2014/main" id="{9B779695-8971-6657-4191-67E060960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418" y="4250872"/>
            <a:ext cx="3618895" cy="2035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919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26E0A-1176-C4C4-DA96-4AFBDF159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47E2E-BBC2-878B-E6A2-2EE0C3776C0D}"/>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Data Overview</a:t>
            </a:r>
            <a:endParaRPr lang="en-US">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20C29A-016E-47FB-76AF-A80A570C22EC}"/>
              </a:ext>
            </a:extLst>
          </p:cNvPr>
          <p:cNvSpPr>
            <a:spLocks noGrp="1"/>
          </p:cNvSpPr>
          <p:nvPr>
            <p:ph idx="1"/>
          </p:nvPr>
        </p:nvSpPr>
        <p:spPr>
          <a:xfrm>
            <a:off x="345281" y="732156"/>
            <a:ext cx="7072061" cy="1406593"/>
          </a:xfrm>
        </p:spPr>
        <p:txBody>
          <a:bodyPr vert="horz" lIns="91440" tIns="45720" rIns="91440" bIns="45720" rtlCol="0" anchor="t">
            <a:normAutofit lnSpcReduction="10000"/>
          </a:bodyPr>
          <a:lstStyle/>
          <a:p>
            <a:pPr marL="0" indent="0">
              <a:buNone/>
            </a:pPr>
            <a:endParaRPr lang="en-US" b="1"/>
          </a:p>
          <a:p>
            <a:pPr marL="0" indent="0">
              <a:buNone/>
            </a:pPr>
            <a:r>
              <a:rPr lang="en-US" b="1"/>
              <a:t>Dataset Description</a:t>
            </a:r>
            <a:endParaRPr lang="en-US" b="1">
              <a:ea typeface="Calibri" panose="020F0502020204030204"/>
              <a:cs typeface="Calibri" panose="020F0502020204030204"/>
            </a:endParaRPr>
          </a:p>
          <a:p>
            <a:pPr marL="0" indent="0">
              <a:buNone/>
            </a:pPr>
            <a:r>
              <a:rPr lang="en-US" sz="2400" b="1"/>
              <a:t>Dataset : DEAP (Emotion Detection)</a:t>
            </a:r>
            <a:endParaRPr lang="en-US">
              <a:ea typeface="Calibri"/>
              <a:cs typeface="Calibri"/>
            </a:endParaRPr>
          </a:p>
        </p:txBody>
      </p:sp>
      <p:graphicFrame>
        <p:nvGraphicFramePr>
          <p:cNvPr id="4" name="Table 3">
            <a:extLst>
              <a:ext uri="{FF2B5EF4-FFF2-40B4-BE49-F238E27FC236}">
                <a16:creationId xmlns:a16="http://schemas.microsoft.com/office/drawing/2014/main" id="{B7DDE779-72DB-B54F-941D-38C390A80640}"/>
              </a:ext>
            </a:extLst>
          </p:cNvPr>
          <p:cNvGraphicFramePr>
            <a:graphicFrameLocks noGrp="1"/>
          </p:cNvGraphicFramePr>
          <p:nvPr>
            <p:extLst>
              <p:ext uri="{D42A27DB-BD31-4B8C-83A1-F6EECF244321}">
                <p14:modId xmlns:p14="http://schemas.microsoft.com/office/powerpoint/2010/main" val="1898989064"/>
              </p:ext>
            </p:extLst>
          </p:nvPr>
        </p:nvGraphicFramePr>
        <p:xfrm>
          <a:off x="450332" y="2489895"/>
          <a:ext cx="4705498" cy="3606799"/>
        </p:xfrm>
        <a:graphic>
          <a:graphicData uri="http://schemas.openxmlformats.org/drawingml/2006/table">
            <a:tbl>
              <a:tblPr firstRow="1" bandRow="1">
                <a:tableStyleId>{7DF18680-E054-41AD-8BC1-D1AEF772440D}</a:tableStyleId>
              </a:tblPr>
              <a:tblGrid>
                <a:gridCol w="2349795">
                  <a:extLst>
                    <a:ext uri="{9D8B030D-6E8A-4147-A177-3AD203B41FA5}">
                      <a16:colId xmlns:a16="http://schemas.microsoft.com/office/drawing/2014/main" val="2807360627"/>
                    </a:ext>
                  </a:extLst>
                </a:gridCol>
                <a:gridCol w="2355703">
                  <a:extLst>
                    <a:ext uri="{9D8B030D-6E8A-4147-A177-3AD203B41FA5}">
                      <a16:colId xmlns:a16="http://schemas.microsoft.com/office/drawing/2014/main" val="3059496173"/>
                    </a:ext>
                  </a:extLst>
                </a:gridCol>
              </a:tblGrid>
              <a:tr h="370840">
                <a:tc>
                  <a:txBody>
                    <a:bodyPr/>
                    <a:lstStyle/>
                    <a:p>
                      <a:pPr>
                        <a:buNone/>
                      </a:pPr>
                      <a:r>
                        <a:rPr lang="en-US"/>
                        <a:t>Property</a:t>
                      </a:r>
                    </a:p>
                  </a:txBody>
                  <a:tcPr anchor="ctr"/>
                </a:tc>
                <a:tc>
                  <a:txBody>
                    <a:bodyPr/>
                    <a:lstStyle/>
                    <a:p>
                      <a:pPr>
                        <a:buNone/>
                      </a:pPr>
                      <a:r>
                        <a:rPr lang="en-US"/>
                        <a:t>Value</a:t>
                      </a:r>
                    </a:p>
                  </a:txBody>
                  <a:tcPr anchor="ctr"/>
                </a:tc>
                <a:extLst>
                  <a:ext uri="{0D108BD9-81ED-4DB2-BD59-A6C34878D82A}">
                    <a16:rowId xmlns:a16="http://schemas.microsoft.com/office/drawing/2014/main" val="3077093578"/>
                  </a:ext>
                </a:extLst>
              </a:tr>
              <a:tr h="370840">
                <a:tc>
                  <a:txBody>
                    <a:bodyPr/>
                    <a:lstStyle/>
                    <a:p>
                      <a:pPr>
                        <a:buNone/>
                      </a:pPr>
                      <a:r>
                        <a:rPr lang="en-US"/>
                        <a:t>Subjects</a:t>
                      </a:r>
                    </a:p>
                  </a:txBody>
                  <a:tcPr anchor="ctr"/>
                </a:tc>
                <a:tc>
                  <a:txBody>
                    <a:bodyPr/>
                    <a:lstStyle/>
                    <a:p>
                      <a:pPr>
                        <a:buNone/>
                      </a:pPr>
                      <a:r>
                        <a:rPr lang="en-US"/>
                        <a:t>32</a:t>
                      </a:r>
                    </a:p>
                  </a:txBody>
                  <a:tcPr anchor="ctr"/>
                </a:tc>
                <a:extLst>
                  <a:ext uri="{0D108BD9-81ED-4DB2-BD59-A6C34878D82A}">
                    <a16:rowId xmlns:a16="http://schemas.microsoft.com/office/drawing/2014/main" val="4197251515"/>
                  </a:ext>
                </a:extLst>
              </a:tr>
              <a:tr h="370840">
                <a:tc>
                  <a:txBody>
                    <a:bodyPr/>
                    <a:lstStyle/>
                    <a:p>
                      <a:pPr>
                        <a:buNone/>
                      </a:pPr>
                      <a:r>
                        <a:rPr lang="en-US"/>
                        <a:t>Trials per subject</a:t>
                      </a:r>
                    </a:p>
                  </a:txBody>
                  <a:tcPr anchor="ctr"/>
                </a:tc>
                <a:tc>
                  <a:txBody>
                    <a:bodyPr/>
                    <a:lstStyle/>
                    <a:p>
                      <a:pPr>
                        <a:buNone/>
                      </a:pPr>
                      <a:r>
                        <a:rPr lang="en-US"/>
                        <a:t>40</a:t>
                      </a:r>
                    </a:p>
                  </a:txBody>
                  <a:tcPr anchor="ctr"/>
                </a:tc>
                <a:extLst>
                  <a:ext uri="{0D108BD9-81ED-4DB2-BD59-A6C34878D82A}">
                    <a16:rowId xmlns:a16="http://schemas.microsoft.com/office/drawing/2014/main" val="127851839"/>
                  </a:ext>
                </a:extLst>
              </a:tr>
              <a:tr h="370839">
                <a:tc>
                  <a:txBody>
                    <a:bodyPr/>
                    <a:lstStyle/>
                    <a:p>
                      <a:pPr lvl="0">
                        <a:buNone/>
                      </a:pPr>
                      <a:r>
                        <a:rPr lang="en-US"/>
                        <a:t>Total Trials</a:t>
                      </a:r>
                    </a:p>
                  </a:txBody>
                  <a:tcPr anchor="ctr"/>
                </a:tc>
                <a:tc>
                  <a:txBody>
                    <a:bodyPr/>
                    <a:lstStyle/>
                    <a:p>
                      <a:pPr lvl="0">
                        <a:buNone/>
                      </a:pPr>
                      <a:r>
                        <a:rPr lang="en-US"/>
                        <a:t>1280 (32 subjects X 40 trials)</a:t>
                      </a:r>
                    </a:p>
                  </a:txBody>
                  <a:tcPr anchor="ctr"/>
                </a:tc>
                <a:extLst>
                  <a:ext uri="{0D108BD9-81ED-4DB2-BD59-A6C34878D82A}">
                    <a16:rowId xmlns:a16="http://schemas.microsoft.com/office/drawing/2014/main" val="870550932"/>
                  </a:ext>
                </a:extLst>
              </a:tr>
              <a:tr h="370840">
                <a:tc>
                  <a:txBody>
                    <a:bodyPr/>
                    <a:lstStyle/>
                    <a:p>
                      <a:pPr>
                        <a:buNone/>
                      </a:pPr>
                      <a:r>
                        <a:rPr lang="en-US"/>
                        <a:t>EEG Channels</a:t>
                      </a:r>
                    </a:p>
                  </a:txBody>
                  <a:tcPr anchor="ctr"/>
                </a:tc>
                <a:tc>
                  <a:txBody>
                    <a:bodyPr/>
                    <a:lstStyle/>
                    <a:p>
                      <a:pPr>
                        <a:buNone/>
                      </a:pPr>
                      <a:r>
                        <a:rPr lang="en-US"/>
                        <a:t>32</a:t>
                      </a:r>
                    </a:p>
                  </a:txBody>
                  <a:tcPr anchor="ctr"/>
                </a:tc>
                <a:extLst>
                  <a:ext uri="{0D108BD9-81ED-4DB2-BD59-A6C34878D82A}">
                    <a16:rowId xmlns:a16="http://schemas.microsoft.com/office/drawing/2014/main" val="2735956562"/>
                  </a:ext>
                </a:extLst>
              </a:tr>
              <a:tr h="370840">
                <a:tc>
                  <a:txBody>
                    <a:bodyPr/>
                    <a:lstStyle/>
                    <a:p>
                      <a:pPr>
                        <a:buNone/>
                      </a:pPr>
                      <a:r>
                        <a:rPr lang="en-US"/>
                        <a:t>Peripheral Channels</a:t>
                      </a:r>
                    </a:p>
                  </a:txBody>
                  <a:tcPr anchor="ctr"/>
                </a:tc>
                <a:tc>
                  <a:txBody>
                    <a:bodyPr/>
                    <a:lstStyle/>
                    <a:p>
                      <a:pPr>
                        <a:buNone/>
                      </a:pPr>
                      <a:r>
                        <a:rPr lang="en-US"/>
                        <a:t>8</a:t>
                      </a:r>
                    </a:p>
                  </a:txBody>
                  <a:tcPr anchor="ctr"/>
                </a:tc>
                <a:extLst>
                  <a:ext uri="{0D108BD9-81ED-4DB2-BD59-A6C34878D82A}">
                    <a16:rowId xmlns:a16="http://schemas.microsoft.com/office/drawing/2014/main" val="1025748202"/>
                  </a:ext>
                </a:extLst>
              </a:tr>
              <a:tr h="370840">
                <a:tc>
                  <a:txBody>
                    <a:bodyPr/>
                    <a:lstStyle/>
                    <a:p>
                      <a:pPr>
                        <a:buNone/>
                      </a:pPr>
                      <a:r>
                        <a:rPr lang="en-US"/>
                        <a:t>Sampling Rate</a:t>
                      </a:r>
                    </a:p>
                  </a:txBody>
                  <a:tcPr anchor="ctr"/>
                </a:tc>
                <a:tc>
                  <a:txBody>
                    <a:bodyPr/>
                    <a:lstStyle/>
                    <a:p>
                      <a:pPr>
                        <a:buNone/>
                      </a:pPr>
                      <a:r>
                        <a:rPr lang="en-US"/>
                        <a:t>128 Hz</a:t>
                      </a:r>
                    </a:p>
                  </a:txBody>
                  <a:tcPr anchor="ctr"/>
                </a:tc>
                <a:extLst>
                  <a:ext uri="{0D108BD9-81ED-4DB2-BD59-A6C34878D82A}">
                    <a16:rowId xmlns:a16="http://schemas.microsoft.com/office/drawing/2014/main" val="1857292020"/>
                  </a:ext>
                </a:extLst>
              </a:tr>
              <a:tr h="370840">
                <a:tc>
                  <a:txBody>
                    <a:bodyPr/>
                    <a:lstStyle/>
                    <a:p>
                      <a:pPr>
                        <a:buNone/>
                      </a:pPr>
                      <a:r>
                        <a:rPr lang="en-US"/>
                        <a:t>Trial Duration</a:t>
                      </a:r>
                    </a:p>
                  </a:txBody>
                  <a:tcPr anchor="ctr"/>
                </a:tc>
                <a:tc>
                  <a:txBody>
                    <a:bodyPr/>
                    <a:lstStyle/>
                    <a:p>
                      <a:pPr>
                        <a:buNone/>
                      </a:pPr>
                      <a:r>
                        <a:rPr lang="en-US"/>
                        <a:t>63 seconds</a:t>
                      </a:r>
                    </a:p>
                  </a:txBody>
                  <a:tcPr anchor="ctr"/>
                </a:tc>
                <a:extLst>
                  <a:ext uri="{0D108BD9-81ED-4DB2-BD59-A6C34878D82A}">
                    <a16:rowId xmlns:a16="http://schemas.microsoft.com/office/drawing/2014/main" val="3980363067"/>
                  </a:ext>
                </a:extLst>
              </a:tr>
              <a:tr h="370839">
                <a:tc>
                  <a:txBody>
                    <a:bodyPr/>
                    <a:lstStyle/>
                    <a:p>
                      <a:pPr lvl="0">
                        <a:buNone/>
                      </a:pPr>
                      <a:r>
                        <a:rPr lang="en-US"/>
                        <a:t>Labels</a:t>
                      </a:r>
                    </a:p>
                  </a:txBody>
                  <a:tcPr anchor="ctr"/>
                </a:tc>
                <a:tc>
                  <a:txBody>
                    <a:bodyPr/>
                    <a:lstStyle/>
                    <a:p>
                      <a:pPr lvl="0">
                        <a:buNone/>
                      </a:pPr>
                      <a:r>
                        <a:rPr lang="en-US"/>
                        <a:t>4 Classes</a:t>
                      </a:r>
                    </a:p>
                  </a:txBody>
                  <a:tcPr anchor="ctr"/>
                </a:tc>
                <a:extLst>
                  <a:ext uri="{0D108BD9-81ED-4DB2-BD59-A6C34878D82A}">
                    <a16:rowId xmlns:a16="http://schemas.microsoft.com/office/drawing/2014/main" val="2171386775"/>
                  </a:ext>
                </a:extLst>
              </a:tr>
            </a:tbl>
          </a:graphicData>
        </a:graphic>
      </p:graphicFrame>
      <p:graphicFrame>
        <p:nvGraphicFramePr>
          <p:cNvPr id="5" name="Table 4">
            <a:extLst>
              <a:ext uri="{FF2B5EF4-FFF2-40B4-BE49-F238E27FC236}">
                <a16:creationId xmlns:a16="http://schemas.microsoft.com/office/drawing/2014/main" id="{FB35463F-AB31-EC60-458A-D741DA9B6AA3}"/>
              </a:ext>
            </a:extLst>
          </p:cNvPr>
          <p:cNvGraphicFramePr>
            <a:graphicFrameLocks noGrp="1"/>
          </p:cNvGraphicFramePr>
          <p:nvPr>
            <p:extLst>
              <p:ext uri="{D42A27DB-BD31-4B8C-83A1-F6EECF244321}">
                <p14:modId xmlns:p14="http://schemas.microsoft.com/office/powerpoint/2010/main" val="2748547830"/>
              </p:ext>
            </p:extLst>
          </p:nvPr>
        </p:nvGraphicFramePr>
        <p:xfrm>
          <a:off x="6096000" y="2852381"/>
          <a:ext cx="5784112" cy="1463040"/>
        </p:xfrm>
        <a:graphic>
          <a:graphicData uri="http://schemas.openxmlformats.org/drawingml/2006/table">
            <a:tbl>
              <a:tblPr firstRow="1" bandRow="1">
                <a:tableStyleId>{7DF18680-E054-41AD-8BC1-D1AEF772440D}</a:tableStyleId>
              </a:tblPr>
              <a:tblGrid>
                <a:gridCol w="2892056">
                  <a:extLst>
                    <a:ext uri="{9D8B030D-6E8A-4147-A177-3AD203B41FA5}">
                      <a16:colId xmlns:a16="http://schemas.microsoft.com/office/drawing/2014/main" val="2715124130"/>
                    </a:ext>
                  </a:extLst>
                </a:gridCol>
                <a:gridCol w="2892056">
                  <a:extLst>
                    <a:ext uri="{9D8B030D-6E8A-4147-A177-3AD203B41FA5}">
                      <a16:colId xmlns:a16="http://schemas.microsoft.com/office/drawing/2014/main" val="2970944009"/>
                    </a:ext>
                  </a:extLst>
                </a:gridCol>
              </a:tblGrid>
              <a:tr h="330446">
                <a:tc>
                  <a:txBody>
                    <a:bodyPr/>
                    <a:lstStyle/>
                    <a:p>
                      <a:pPr>
                        <a:buNone/>
                      </a:pPr>
                      <a:r>
                        <a:rPr lang="en-US"/>
                        <a:t>Dimension</a:t>
                      </a:r>
                    </a:p>
                  </a:txBody>
                  <a:tcPr anchor="ctr"/>
                </a:tc>
                <a:tc>
                  <a:txBody>
                    <a:bodyPr/>
                    <a:lstStyle/>
                    <a:p>
                      <a:pPr>
                        <a:buNone/>
                      </a:pPr>
                      <a:r>
                        <a:rPr lang="en-US"/>
                        <a:t>Size</a:t>
                      </a:r>
                    </a:p>
                  </a:txBody>
                  <a:tcPr anchor="ctr"/>
                </a:tc>
                <a:extLst>
                  <a:ext uri="{0D108BD9-81ED-4DB2-BD59-A6C34878D82A}">
                    <a16:rowId xmlns:a16="http://schemas.microsoft.com/office/drawing/2014/main" val="4154514719"/>
                  </a:ext>
                </a:extLst>
              </a:tr>
              <a:tr h="330446">
                <a:tc>
                  <a:txBody>
                    <a:bodyPr/>
                    <a:lstStyle/>
                    <a:p>
                      <a:pPr>
                        <a:buNone/>
                      </a:pPr>
                      <a:r>
                        <a:rPr lang="en-US"/>
                        <a:t>Trials</a:t>
                      </a:r>
                    </a:p>
                  </a:txBody>
                  <a:tcPr anchor="ctr"/>
                </a:tc>
                <a:tc>
                  <a:txBody>
                    <a:bodyPr/>
                    <a:lstStyle/>
                    <a:p>
                      <a:pPr>
                        <a:buNone/>
                      </a:pPr>
                      <a:r>
                        <a:rPr lang="en-US"/>
                        <a:t>40</a:t>
                      </a:r>
                    </a:p>
                  </a:txBody>
                  <a:tcPr anchor="ctr"/>
                </a:tc>
                <a:extLst>
                  <a:ext uri="{0D108BD9-81ED-4DB2-BD59-A6C34878D82A}">
                    <a16:rowId xmlns:a16="http://schemas.microsoft.com/office/drawing/2014/main" val="826538341"/>
                  </a:ext>
                </a:extLst>
              </a:tr>
              <a:tr h="330446">
                <a:tc>
                  <a:txBody>
                    <a:bodyPr/>
                    <a:lstStyle/>
                    <a:p>
                      <a:pPr>
                        <a:buNone/>
                      </a:pPr>
                      <a:r>
                        <a:rPr lang="en-US"/>
                        <a:t>Channels</a:t>
                      </a:r>
                    </a:p>
                  </a:txBody>
                  <a:tcPr anchor="ctr"/>
                </a:tc>
                <a:tc>
                  <a:txBody>
                    <a:bodyPr/>
                    <a:lstStyle/>
                    <a:p>
                      <a:pPr>
                        <a:buNone/>
                      </a:pPr>
                      <a:r>
                        <a:rPr lang="en-US"/>
                        <a:t>40</a:t>
                      </a:r>
                    </a:p>
                  </a:txBody>
                  <a:tcPr anchor="ctr"/>
                </a:tc>
                <a:extLst>
                  <a:ext uri="{0D108BD9-81ED-4DB2-BD59-A6C34878D82A}">
                    <a16:rowId xmlns:a16="http://schemas.microsoft.com/office/drawing/2014/main" val="2808996433"/>
                  </a:ext>
                </a:extLst>
              </a:tr>
              <a:tr h="330446">
                <a:tc>
                  <a:txBody>
                    <a:bodyPr/>
                    <a:lstStyle/>
                    <a:p>
                      <a:pPr>
                        <a:buNone/>
                      </a:pPr>
                      <a:r>
                        <a:rPr lang="en-US"/>
                        <a:t>Time Points</a:t>
                      </a:r>
                    </a:p>
                  </a:txBody>
                  <a:tcPr anchor="ctr"/>
                </a:tc>
                <a:tc>
                  <a:txBody>
                    <a:bodyPr/>
                    <a:lstStyle/>
                    <a:p>
                      <a:pPr>
                        <a:buNone/>
                      </a:pPr>
                      <a:r>
                        <a:rPr lang="en-US"/>
                        <a:t>8,064 (</a:t>
                      </a:r>
                      <a:r>
                        <a:rPr lang="en-US" sz="1800" u="none" strike="noStrike" noProof="0"/>
                        <a:t>-100 to +100 </a:t>
                      </a:r>
                      <a:r>
                        <a:rPr lang="en-US" sz="1800" u="none" strike="noStrike" noProof="0" err="1"/>
                        <a:t>μV</a:t>
                      </a:r>
                      <a:r>
                        <a:rPr lang="en-US"/>
                        <a:t>)</a:t>
                      </a:r>
                    </a:p>
                  </a:txBody>
                  <a:tcPr anchor="ctr"/>
                </a:tc>
                <a:extLst>
                  <a:ext uri="{0D108BD9-81ED-4DB2-BD59-A6C34878D82A}">
                    <a16:rowId xmlns:a16="http://schemas.microsoft.com/office/drawing/2014/main" val="3645041271"/>
                  </a:ext>
                </a:extLst>
              </a:tr>
            </a:tbl>
          </a:graphicData>
        </a:graphic>
      </p:graphicFrame>
      <p:sp>
        <p:nvSpPr>
          <p:cNvPr id="6" name="TextBox 5">
            <a:extLst>
              <a:ext uri="{FF2B5EF4-FFF2-40B4-BE49-F238E27FC236}">
                <a16:creationId xmlns:a16="http://schemas.microsoft.com/office/drawing/2014/main" id="{072713D7-9E28-157A-6518-D605079830AD}"/>
              </a:ext>
            </a:extLst>
          </p:cNvPr>
          <p:cNvSpPr txBox="1"/>
          <p:nvPr/>
        </p:nvSpPr>
        <p:spPr>
          <a:xfrm>
            <a:off x="5929312" y="2487825"/>
            <a:ext cx="5901070" cy="369332"/>
          </a:xfrm>
          <a:prstGeom prst="rect">
            <a:avLst/>
          </a:prstGeom>
          <a:noFill/>
        </p:spPr>
        <p:txBody>
          <a:bodyPr wrap="square" lIns="91440" tIns="45720" rIns="91440" bIns="45720" rtlCol="0" anchor="t">
            <a:spAutoFit/>
          </a:bodyPr>
          <a:lstStyle/>
          <a:p>
            <a:r>
              <a:rPr lang="en-IN">
                <a:ea typeface="Calibri"/>
                <a:cs typeface="Calibri"/>
              </a:rPr>
              <a:t>32 EEG + 8 Peripheral Sensors</a:t>
            </a:r>
          </a:p>
        </p:txBody>
      </p:sp>
      <p:sp>
        <p:nvSpPr>
          <p:cNvPr id="7" name="TextBox 6">
            <a:extLst>
              <a:ext uri="{FF2B5EF4-FFF2-40B4-BE49-F238E27FC236}">
                <a16:creationId xmlns:a16="http://schemas.microsoft.com/office/drawing/2014/main" id="{694CA484-8A71-CA6C-9EA8-C4F9F099D9E0}"/>
              </a:ext>
            </a:extLst>
          </p:cNvPr>
          <p:cNvSpPr txBox="1"/>
          <p:nvPr/>
        </p:nvSpPr>
        <p:spPr>
          <a:xfrm>
            <a:off x="5929312" y="4658843"/>
            <a:ext cx="5901070" cy="369332"/>
          </a:xfrm>
          <a:prstGeom prst="rect">
            <a:avLst/>
          </a:prstGeom>
          <a:noFill/>
        </p:spPr>
        <p:txBody>
          <a:bodyPr wrap="square" lIns="91440" tIns="45720" rIns="91440" bIns="45720" rtlCol="0" anchor="t">
            <a:spAutoFit/>
          </a:bodyPr>
          <a:lstStyle/>
          <a:p>
            <a:pPr fontAlgn="ctr"/>
            <a:r>
              <a:rPr lang="en-US">
                <a:ea typeface="Calibri"/>
                <a:cs typeface="Calibri"/>
              </a:rPr>
              <a:t>One rating per emotion</a:t>
            </a:r>
          </a:p>
        </p:txBody>
      </p:sp>
      <p:graphicFrame>
        <p:nvGraphicFramePr>
          <p:cNvPr id="8" name="Table 7">
            <a:extLst>
              <a:ext uri="{FF2B5EF4-FFF2-40B4-BE49-F238E27FC236}">
                <a16:creationId xmlns:a16="http://schemas.microsoft.com/office/drawing/2014/main" id="{1B88A4FC-63D8-9672-8817-FB86242DAA4C}"/>
              </a:ext>
            </a:extLst>
          </p:cNvPr>
          <p:cNvGraphicFramePr>
            <a:graphicFrameLocks noGrp="1"/>
          </p:cNvGraphicFramePr>
          <p:nvPr>
            <p:extLst>
              <p:ext uri="{D42A27DB-BD31-4B8C-83A1-F6EECF244321}">
                <p14:modId xmlns:p14="http://schemas.microsoft.com/office/powerpoint/2010/main" val="1923644577"/>
              </p:ext>
            </p:extLst>
          </p:nvPr>
        </p:nvGraphicFramePr>
        <p:xfrm>
          <a:off x="6096000" y="5001444"/>
          <a:ext cx="5784112" cy="1097280"/>
        </p:xfrm>
        <a:graphic>
          <a:graphicData uri="http://schemas.openxmlformats.org/drawingml/2006/table">
            <a:tbl>
              <a:tblPr firstRow="1" bandRow="1">
                <a:tableStyleId>{7DF18680-E054-41AD-8BC1-D1AEF772440D}</a:tableStyleId>
              </a:tblPr>
              <a:tblGrid>
                <a:gridCol w="2892056">
                  <a:extLst>
                    <a:ext uri="{9D8B030D-6E8A-4147-A177-3AD203B41FA5}">
                      <a16:colId xmlns:a16="http://schemas.microsoft.com/office/drawing/2014/main" val="2715124130"/>
                    </a:ext>
                  </a:extLst>
                </a:gridCol>
                <a:gridCol w="2892056">
                  <a:extLst>
                    <a:ext uri="{9D8B030D-6E8A-4147-A177-3AD203B41FA5}">
                      <a16:colId xmlns:a16="http://schemas.microsoft.com/office/drawing/2014/main" val="2970944009"/>
                    </a:ext>
                  </a:extLst>
                </a:gridCol>
              </a:tblGrid>
              <a:tr h="330446">
                <a:tc>
                  <a:txBody>
                    <a:bodyPr/>
                    <a:lstStyle/>
                    <a:p>
                      <a:pPr>
                        <a:buNone/>
                      </a:pPr>
                      <a:r>
                        <a:rPr lang="en-US"/>
                        <a:t>Dimension</a:t>
                      </a:r>
                    </a:p>
                  </a:txBody>
                  <a:tcPr anchor="ctr"/>
                </a:tc>
                <a:tc>
                  <a:txBody>
                    <a:bodyPr/>
                    <a:lstStyle/>
                    <a:p>
                      <a:pPr>
                        <a:buNone/>
                      </a:pPr>
                      <a:r>
                        <a:rPr lang="en-US"/>
                        <a:t>Size</a:t>
                      </a:r>
                    </a:p>
                  </a:txBody>
                  <a:tcPr anchor="ctr"/>
                </a:tc>
                <a:extLst>
                  <a:ext uri="{0D108BD9-81ED-4DB2-BD59-A6C34878D82A}">
                    <a16:rowId xmlns:a16="http://schemas.microsoft.com/office/drawing/2014/main" val="4154514719"/>
                  </a:ext>
                </a:extLst>
              </a:tr>
              <a:tr h="330446">
                <a:tc>
                  <a:txBody>
                    <a:bodyPr/>
                    <a:lstStyle/>
                    <a:p>
                      <a:pPr>
                        <a:buNone/>
                      </a:pPr>
                      <a:r>
                        <a:rPr lang="en-US"/>
                        <a:t>Trials</a:t>
                      </a:r>
                    </a:p>
                  </a:txBody>
                  <a:tcPr anchor="ctr"/>
                </a:tc>
                <a:tc>
                  <a:txBody>
                    <a:bodyPr/>
                    <a:lstStyle/>
                    <a:p>
                      <a:pPr>
                        <a:buNone/>
                      </a:pPr>
                      <a:r>
                        <a:rPr lang="en-US"/>
                        <a:t>40</a:t>
                      </a:r>
                    </a:p>
                  </a:txBody>
                  <a:tcPr anchor="ctr"/>
                </a:tc>
                <a:extLst>
                  <a:ext uri="{0D108BD9-81ED-4DB2-BD59-A6C34878D82A}">
                    <a16:rowId xmlns:a16="http://schemas.microsoft.com/office/drawing/2014/main" val="826538341"/>
                  </a:ext>
                </a:extLst>
              </a:tr>
              <a:tr h="330446">
                <a:tc>
                  <a:txBody>
                    <a:bodyPr/>
                    <a:lstStyle/>
                    <a:p>
                      <a:pPr>
                        <a:buNone/>
                      </a:pPr>
                      <a:r>
                        <a:rPr lang="en-US"/>
                        <a:t>Emotions</a:t>
                      </a:r>
                    </a:p>
                  </a:txBody>
                  <a:tcPr anchor="ctr"/>
                </a:tc>
                <a:tc>
                  <a:txBody>
                    <a:bodyPr/>
                    <a:lstStyle/>
                    <a:p>
                      <a:pPr>
                        <a:buNone/>
                      </a:pPr>
                      <a:r>
                        <a:rPr lang="en-US"/>
                        <a:t>4(rating range 1-9)</a:t>
                      </a:r>
                    </a:p>
                  </a:txBody>
                  <a:tcPr anchor="ctr"/>
                </a:tc>
                <a:extLst>
                  <a:ext uri="{0D108BD9-81ED-4DB2-BD59-A6C34878D82A}">
                    <a16:rowId xmlns:a16="http://schemas.microsoft.com/office/drawing/2014/main" val="2808996433"/>
                  </a:ext>
                </a:extLst>
              </a:tr>
            </a:tbl>
          </a:graphicData>
        </a:graphic>
      </p:graphicFrame>
    </p:spTree>
    <p:extLst>
      <p:ext uri="{BB962C8B-B14F-4D97-AF65-F5344CB8AC3E}">
        <p14:creationId xmlns:p14="http://schemas.microsoft.com/office/powerpoint/2010/main" val="2359040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73BD69-E0A8-FDE0-580E-BE729B669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37033-1839-2583-2FB3-20A876569D55}"/>
              </a:ext>
            </a:extLst>
          </p:cNvPr>
          <p:cNvSpPr>
            <a:spLocks noGrp="1"/>
          </p:cNvSpPr>
          <p:nvPr>
            <p:ph type="title"/>
          </p:nvPr>
        </p:nvSpPr>
        <p:spPr>
          <a:xfrm>
            <a:off x="0" y="0"/>
            <a:ext cx="12192000" cy="732155"/>
          </a:xfrm>
          <a:solidFill>
            <a:srgbClr val="C00000"/>
          </a:solidFill>
        </p:spPr>
        <p:txBody>
          <a:bodyPr>
            <a:normAutofit/>
          </a:bodyPr>
          <a:lstStyle/>
          <a:p>
            <a:pPr algn="ctr"/>
            <a:r>
              <a:rPr lang="en-US">
                <a:solidFill>
                  <a:schemeClr val="bg1"/>
                </a:solidFill>
                <a:latin typeface="Times New Roman"/>
                <a:ea typeface="Calibri Light" panose="020F0302020204030204"/>
                <a:cs typeface="Times New Roman"/>
              </a:rPr>
              <a:t>Exploratory Data Analysis</a:t>
            </a:r>
          </a:p>
        </p:txBody>
      </p:sp>
      <p:sp>
        <p:nvSpPr>
          <p:cNvPr id="9" name="TextBox 8">
            <a:extLst>
              <a:ext uri="{FF2B5EF4-FFF2-40B4-BE49-F238E27FC236}">
                <a16:creationId xmlns:a16="http://schemas.microsoft.com/office/drawing/2014/main" id="{A92D9CDE-D913-FBF5-FCB2-12923564C959}"/>
              </a:ext>
            </a:extLst>
          </p:cNvPr>
          <p:cNvSpPr txBox="1"/>
          <p:nvPr/>
        </p:nvSpPr>
        <p:spPr>
          <a:xfrm>
            <a:off x="84667" y="838200"/>
            <a:ext cx="5435600" cy="523220"/>
          </a:xfrm>
          <a:prstGeom prst="rect">
            <a:avLst/>
          </a:prstGeom>
          <a:noFill/>
        </p:spPr>
        <p:txBody>
          <a:bodyPr wrap="square" lIns="91440" tIns="45720" rIns="91440" bIns="45720" rtlCol="0" anchor="t">
            <a:spAutoFit/>
          </a:bodyPr>
          <a:lstStyle/>
          <a:p>
            <a:br>
              <a:rPr lang="en-IN" sz="1400"/>
            </a:br>
            <a:r>
              <a:rPr lang="en-IN" sz="1400"/>
              <a:t> </a:t>
            </a:r>
          </a:p>
        </p:txBody>
      </p:sp>
      <p:pic>
        <p:nvPicPr>
          <p:cNvPr id="18" name="Picture 17" descr="A group of graphs showing different colored bars">
            <a:extLst>
              <a:ext uri="{FF2B5EF4-FFF2-40B4-BE49-F238E27FC236}">
                <a16:creationId xmlns:a16="http://schemas.microsoft.com/office/drawing/2014/main" id="{2361DBAC-E6B8-17C5-57A5-9CFE1D0512F4}"/>
              </a:ext>
            </a:extLst>
          </p:cNvPr>
          <p:cNvPicPr>
            <a:picLocks noChangeAspect="1"/>
          </p:cNvPicPr>
          <p:nvPr/>
        </p:nvPicPr>
        <p:blipFill>
          <a:blip r:embed="rId2"/>
          <a:stretch>
            <a:fillRect/>
          </a:stretch>
        </p:blipFill>
        <p:spPr>
          <a:xfrm>
            <a:off x="6048117" y="1219200"/>
            <a:ext cx="6016955" cy="4418370"/>
          </a:xfrm>
          <a:prstGeom prst="rect">
            <a:avLst/>
          </a:prstGeom>
        </p:spPr>
      </p:pic>
      <p:sp>
        <p:nvSpPr>
          <p:cNvPr id="20" name="TextBox 19">
            <a:extLst>
              <a:ext uri="{FF2B5EF4-FFF2-40B4-BE49-F238E27FC236}">
                <a16:creationId xmlns:a16="http://schemas.microsoft.com/office/drawing/2014/main" id="{16FA10A6-05D3-41D2-CF74-5FAD1F2383FE}"/>
              </a:ext>
            </a:extLst>
          </p:cNvPr>
          <p:cNvSpPr txBox="1"/>
          <p:nvPr/>
        </p:nvSpPr>
        <p:spPr>
          <a:xfrm>
            <a:off x="6828079" y="5741224"/>
            <a:ext cx="4431983" cy="307777"/>
          </a:xfrm>
          <a:prstGeom prst="rect">
            <a:avLst/>
          </a:prstGeom>
          <a:noFill/>
        </p:spPr>
        <p:txBody>
          <a:bodyPr wrap="square" lIns="91440" tIns="45720" rIns="91440" bIns="45720" anchor="t">
            <a:spAutoFit/>
          </a:bodyPr>
          <a:lstStyle/>
          <a:p>
            <a:r>
              <a:rPr lang="en-US" sz="1400" b="0" i="0" u="none" strike="noStrike" baseline="0">
                <a:latin typeface="CMR10"/>
              </a:rPr>
              <a:t>Distribution of Valence, Arousal, Dominance, and Liking</a:t>
            </a:r>
            <a:endParaRPr lang="en-IN" sz="1400">
              <a:ea typeface="Calibri"/>
              <a:cs typeface="Calibri"/>
            </a:endParaRPr>
          </a:p>
        </p:txBody>
      </p:sp>
      <p:sp>
        <p:nvSpPr>
          <p:cNvPr id="3" name="TextBox 2">
            <a:extLst>
              <a:ext uri="{FF2B5EF4-FFF2-40B4-BE49-F238E27FC236}">
                <a16:creationId xmlns:a16="http://schemas.microsoft.com/office/drawing/2014/main" id="{D76123B5-205C-CAB5-587D-416982E0E279}"/>
              </a:ext>
            </a:extLst>
          </p:cNvPr>
          <p:cNvSpPr txBox="1"/>
          <p:nvPr/>
        </p:nvSpPr>
        <p:spPr>
          <a:xfrm>
            <a:off x="130969" y="1095375"/>
            <a:ext cx="582215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latin typeface="Calibri"/>
                <a:ea typeface="Calibri"/>
                <a:cs typeface="Calibri"/>
              </a:rPr>
              <a:t>These histograms visualize the label distribution across all 1,280 trials for the four emotional dimensions (Valence, Arousal, Dominance, Liking)</a:t>
            </a:r>
          </a:p>
          <a:p>
            <a:pPr marL="285750" indent="-285750" algn="just">
              <a:buFont typeface="Arial"/>
              <a:buChar char="•"/>
            </a:pPr>
            <a:endParaRPr lang="en-US">
              <a:latin typeface="Calibri"/>
              <a:ea typeface="Calibri"/>
              <a:cs typeface="Calibri"/>
            </a:endParaRPr>
          </a:p>
          <a:p>
            <a:pPr marL="285750" indent="-285750" algn="just">
              <a:buFont typeface="Arial"/>
              <a:buChar char="•"/>
            </a:pPr>
            <a:r>
              <a:rPr lang="en-US">
                <a:latin typeface="Calibri"/>
                <a:ea typeface="Calibri"/>
                <a:cs typeface="Calibri"/>
              </a:rPr>
              <a:t>We observed a significant left-skew in Valence and Arousal, meaning participants reported negative (low valence) and passive (low arousal) states</a:t>
            </a:r>
          </a:p>
          <a:p>
            <a:pPr marL="285750" indent="-285750" algn="just">
              <a:buFont typeface="Arial"/>
              <a:buChar char="•"/>
            </a:pPr>
            <a:endParaRPr lang="en-US">
              <a:latin typeface="Calibri"/>
              <a:ea typeface="Calibri"/>
              <a:cs typeface="Calibri"/>
            </a:endParaRPr>
          </a:p>
          <a:p>
            <a:pPr marL="285750" indent="-285750" algn="just">
              <a:buFont typeface="Arial"/>
              <a:buChar char="•"/>
            </a:pPr>
            <a:r>
              <a:rPr lang="en-US">
                <a:latin typeface="Calibri"/>
                <a:ea typeface="Calibri"/>
                <a:cs typeface="Calibri"/>
              </a:rPr>
              <a:t>While the standard rating scale is 1–9 the data shows the actual center is much lower. Most data points fall well below 5.0</a:t>
            </a:r>
          </a:p>
          <a:p>
            <a:pPr marL="285750" indent="-285750" algn="just">
              <a:buFont typeface="Arial"/>
              <a:buChar char="•"/>
            </a:pPr>
            <a:endParaRPr lang="en-US">
              <a:latin typeface="Calibri"/>
              <a:ea typeface="Calibri"/>
              <a:cs typeface="Calibri"/>
            </a:endParaRPr>
          </a:p>
          <a:p>
            <a:pPr marL="285750" indent="-285750" algn="just">
              <a:buFont typeface="Arial"/>
              <a:buChar char="•"/>
            </a:pPr>
            <a:r>
              <a:rPr lang="en-US">
                <a:latin typeface="Calibri"/>
                <a:ea typeface="Calibri"/>
                <a:cs typeface="Calibri"/>
              </a:rPr>
              <a:t>The median values for Valence (3.08) and Arousal (3.31) marked by the red dotted lines are significantly lower than the theoretical mean of 5.0</a:t>
            </a:r>
          </a:p>
          <a:p>
            <a:pPr marL="285750" indent="-285750" algn="just">
              <a:buFont typeface="Arial"/>
              <a:buChar char="•"/>
            </a:pPr>
            <a:endParaRPr lang="en-US">
              <a:latin typeface="Calibri"/>
              <a:ea typeface="Calibri"/>
              <a:cs typeface="Calibri"/>
            </a:endParaRPr>
          </a:p>
          <a:p>
            <a:pPr marL="285750" indent="-285750" algn="just">
              <a:buFont typeface="Arial"/>
              <a:buChar char="•"/>
            </a:pPr>
            <a:r>
              <a:rPr lang="en-US">
                <a:latin typeface="Calibri"/>
                <a:ea typeface="Calibri"/>
                <a:cs typeface="Calibri"/>
              </a:rPr>
              <a:t>This confirms that applying a fixed threshold of 5.0 would incorrectly classify the majority of data into a single "Low-Low" partition, creating a massive class imbalance</a:t>
            </a:r>
          </a:p>
        </p:txBody>
      </p:sp>
    </p:spTree>
    <p:extLst>
      <p:ext uri="{BB962C8B-B14F-4D97-AF65-F5344CB8AC3E}">
        <p14:creationId xmlns:p14="http://schemas.microsoft.com/office/powerpoint/2010/main" val="328164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7D9A6A-00FB-1074-8647-78AC18D5D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93B92-69E3-A39C-27F6-9D884913676B}"/>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Smart Data Engineering: Solving Class Imbalance</a:t>
            </a:r>
            <a:endParaRPr lang="en-US">
              <a:solidFill>
                <a:srgbClr val="000000"/>
              </a:solidFill>
              <a:latin typeface="Times New Roman"/>
              <a:cs typeface="Times New Roman"/>
            </a:endParaRPr>
          </a:p>
        </p:txBody>
      </p:sp>
      <p:sp>
        <p:nvSpPr>
          <p:cNvPr id="9" name="TextBox 8">
            <a:extLst>
              <a:ext uri="{FF2B5EF4-FFF2-40B4-BE49-F238E27FC236}">
                <a16:creationId xmlns:a16="http://schemas.microsoft.com/office/drawing/2014/main" id="{AAC18B48-FC69-D1D5-A998-550F5BF88573}"/>
              </a:ext>
            </a:extLst>
          </p:cNvPr>
          <p:cNvSpPr txBox="1"/>
          <p:nvPr/>
        </p:nvSpPr>
        <p:spPr>
          <a:xfrm>
            <a:off x="84667" y="838200"/>
            <a:ext cx="5435600" cy="523220"/>
          </a:xfrm>
          <a:prstGeom prst="rect">
            <a:avLst/>
          </a:prstGeom>
          <a:noFill/>
        </p:spPr>
        <p:txBody>
          <a:bodyPr wrap="square" lIns="91440" tIns="45720" rIns="91440" bIns="45720" rtlCol="0" anchor="t">
            <a:spAutoFit/>
          </a:bodyPr>
          <a:lstStyle/>
          <a:p>
            <a:br>
              <a:rPr lang="en-IN" sz="1400"/>
            </a:br>
            <a:r>
              <a:rPr lang="en-IN" sz="1400"/>
              <a:t> </a:t>
            </a:r>
          </a:p>
        </p:txBody>
      </p:sp>
      <p:pic>
        <p:nvPicPr>
          <p:cNvPr id="6" name="Picture 5" descr="A graph of different colored bars&#10;&#10;AI-generated content may be incorrect.">
            <a:extLst>
              <a:ext uri="{FF2B5EF4-FFF2-40B4-BE49-F238E27FC236}">
                <a16:creationId xmlns:a16="http://schemas.microsoft.com/office/drawing/2014/main" id="{35002F8A-C195-912A-E833-6484E95E325F}"/>
              </a:ext>
            </a:extLst>
          </p:cNvPr>
          <p:cNvPicPr>
            <a:picLocks noChangeAspect="1"/>
          </p:cNvPicPr>
          <p:nvPr/>
        </p:nvPicPr>
        <p:blipFill>
          <a:blip r:embed="rId2"/>
          <a:srcRect b="9883"/>
          <a:stretch>
            <a:fillRect/>
          </a:stretch>
        </p:blipFill>
        <p:spPr>
          <a:xfrm>
            <a:off x="2246091" y="3300002"/>
            <a:ext cx="7295307" cy="3262074"/>
          </a:xfrm>
          <a:prstGeom prst="rect">
            <a:avLst/>
          </a:prstGeom>
        </p:spPr>
      </p:pic>
      <p:sp>
        <p:nvSpPr>
          <p:cNvPr id="14" name="TextBox 13">
            <a:extLst>
              <a:ext uri="{FF2B5EF4-FFF2-40B4-BE49-F238E27FC236}">
                <a16:creationId xmlns:a16="http://schemas.microsoft.com/office/drawing/2014/main" id="{220EF10F-30F3-7835-824B-597408D2F60C}"/>
              </a:ext>
            </a:extLst>
          </p:cNvPr>
          <p:cNvSpPr txBox="1"/>
          <p:nvPr/>
        </p:nvSpPr>
        <p:spPr>
          <a:xfrm>
            <a:off x="3540835" y="6332488"/>
            <a:ext cx="4979671" cy="307777"/>
          </a:xfrm>
          <a:prstGeom prst="rect">
            <a:avLst/>
          </a:prstGeom>
          <a:noFill/>
        </p:spPr>
        <p:txBody>
          <a:bodyPr wrap="square" lIns="91440" tIns="45720" rIns="91440" bIns="45720" anchor="t">
            <a:spAutoFit/>
          </a:bodyPr>
          <a:lstStyle/>
          <a:p>
            <a:r>
              <a:rPr lang="en-US" sz="1400" b="0" i="0" u="none" strike="noStrike" baseline="0">
                <a:latin typeface="CMR10"/>
              </a:rPr>
              <a:t>Derived class distribution comparison with different thresholds</a:t>
            </a:r>
            <a:endParaRPr lang="en-IN" sz="1400">
              <a:ea typeface="Calibri"/>
              <a:cs typeface="Calibri"/>
            </a:endParaRPr>
          </a:p>
        </p:txBody>
      </p:sp>
      <p:sp>
        <p:nvSpPr>
          <p:cNvPr id="3" name="TextBox 10">
            <a:extLst>
              <a:ext uri="{FF2B5EF4-FFF2-40B4-BE49-F238E27FC236}">
                <a16:creationId xmlns:a16="http://schemas.microsoft.com/office/drawing/2014/main" id="{642D44C8-FC00-2C85-A803-8C70EF71030F}"/>
              </a:ext>
            </a:extLst>
          </p:cNvPr>
          <p:cNvSpPr txBox="1"/>
          <p:nvPr/>
        </p:nvSpPr>
        <p:spPr>
          <a:xfrm>
            <a:off x="148100" y="872964"/>
            <a:ext cx="11885535" cy="286232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buFont typeface="Arial"/>
              <a:buChar char="•"/>
            </a:pPr>
            <a:r>
              <a:rPr lang="en-US">
                <a:ea typeface="+mn-lt"/>
                <a:cs typeface="+mn-lt"/>
              </a:rPr>
              <a:t>Using standard rating threshold (5.0) created a severe class imbalance, </a:t>
            </a:r>
            <a:r>
              <a:rPr lang="en-US" b="0" i="0" u="none" strike="noStrike" baseline="0">
                <a:ea typeface="+mn-lt"/>
                <a:cs typeface="+mn-lt"/>
              </a:rPr>
              <a:t>with </a:t>
            </a:r>
            <a:r>
              <a:rPr lang="en-US">
                <a:ea typeface="+mn-lt"/>
                <a:cs typeface="+mn-lt"/>
              </a:rPr>
              <a:t>54.6% of all data falling into a single category (Sad/Bored)</a:t>
            </a:r>
            <a:endParaRPr lang="en-US">
              <a:ea typeface="Calibri"/>
              <a:cs typeface="Calibri"/>
            </a:endParaRPr>
          </a:p>
          <a:p>
            <a:pPr marL="285750" indent="-285750" algn="just">
              <a:buFont typeface="Arial"/>
              <a:buChar char="•"/>
            </a:pPr>
            <a:endParaRPr lang="en-US">
              <a:ea typeface="+mn-lt"/>
              <a:cs typeface="+mn-lt"/>
            </a:endParaRPr>
          </a:p>
          <a:p>
            <a:pPr marL="285750" indent="-285750" algn="just">
              <a:buFont typeface="Arial"/>
              <a:buChar char="•"/>
            </a:pPr>
            <a:r>
              <a:rPr lang="en-US">
                <a:ea typeface="+mn-lt"/>
                <a:cs typeface="+mn-lt"/>
              </a:rPr>
              <a:t>Instead of using the fixed scale, we calculated data-driven </a:t>
            </a:r>
            <a:r>
              <a:rPr lang="en-US" i="0" u="none" strike="noStrike" baseline="0">
                <a:ea typeface="+mn-lt"/>
                <a:cs typeface="+mn-lt"/>
              </a:rPr>
              <a:t>median thresholds</a:t>
            </a:r>
            <a:r>
              <a:rPr lang="en-US" b="0" i="0" u="none" strike="noStrike" baseline="0">
                <a:ea typeface="+mn-lt"/>
                <a:cs typeface="+mn-lt"/>
              </a:rPr>
              <a:t> </a:t>
            </a:r>
            <a:r>
              <a:rPr lang="en-US">
                <a:ea typeface="+mn-lt"/>
                <a:cs typeface="+mn-lt"/>
              </a:rPr>
              <a:t>specific to this dataset</a:t>
            </a:r>
          </a:p>
          <a:p>
            <a:pPr marL="285750" indent="-285750" algn="just">
              <a:buFont typeface="Arial"/>
              <a:buChar char="•"/>
            </a:pPr>
            <a:endParaRPr lang="en-US">
              <a:ea typeface="+mn-lt"/>
              <a:cs typeface="+mn-lt"/>
            </a:endParaRPr>
          </a:p>
          <a:p>
            <a:pPr marL="285750" indent="-285750" algn="just">
              <a:buFont typeface="Arial"/>
              <a:buChar char="•"/>
            </a:pPr>
            <a:r>
              <a:rPr lang="en-US">
                <a:ea typeface="+mn-lt"/>
                <a:cs typeface="+mn-lt"/>
              </a:rPr>
              <a:t>This transformation successfully rebalanced the dataset, shifting from a skewed </a:t>
            </a:r>
            <a:r>
              <a:rPr lang="en-US" b="0" i="0" u="none" strike="noStrike" baseline="0">
                <a:ea typeface="+mn-lt"/>
                <a:cs typeface="+mn-lt"/>
              </a:rPr>
              <a:t>distribution </a:t>
            </a:r>
            <a:r>
              <a:rPr lang="en-US">
                <a:ea typeface="+mn-lt"/>
                <a:cs typeface="+mn-lt"/>
              </a:rPr>
              <a:t>to a nearly even ~25% split across all </a:t>
            </a:r>
            <a:r>
              <a:rPr lang="en-US" b="0" i="0" u="none" strike="noStrike" baseline="0">
                <a:ea typeface="+mn-lt"/>
                <a:cs typeface="+mn-lt"/>
              </a:rPr>
              <a:t>four </a:t>
            </a:r>
            <a:r>
              <a:rPr lang="en-US">
                <a:ea typeface="+mn-lt"/>
                <a:cs typeface="+mn-lt"/>
              </a:rPr>
              <a:t>emotional </a:t>
            </a:r>
            <a:r>
              <a:rPr lang="en-US" b="0" i="0" u="none" strike="noStrike" baseline="0">
                <a:ea typeface="+mn-lt"/>
                <a:cs typeface="+mn-lt"/>
              </a:rPr>
              <a:t>quadrants</a:t>
            </a:r>
            <a:endParaRPr lang="en-US">
              <a:ea typeface="Calibri"/>
              <a:cs typeface="Calibri"/>
            </a:endParaRPr>
          </a:p>
          <a:p>
            <a:pPr marL="285750" indent="-285750" algn="just">
              <a:buFont typeface="Arial"/>
              <a:buChar char="•"/>
            </a:pPr>
            <a:endParaRPr lang="en-US">
              <a:ea typeface="+mn-lt"/>
              <a:cs typeface="+mn-lt"/>
            </a:endParaRPr>
          </a:p>
          <a:p>
            <a:pPr marL="285750" indent="-285750" algn="just">
              <a:buFont typeface="Arial"/>
              <a:buChar char="•"/>
            </a:pPr>
            <a:r>
              <a:rPr lang="en-US">
                <a:ea typeface="+mn-lt"/>
                <a:cs typeface="+mn-lt"/>
              </a:rPr>
              <a:t>By balancing the targets before training, we ensured the model learned distinct physiological features for each emotion rather than just biasing toward the majority class</a:t>
            </a:r>
            <a:endParaRPr lang="en-US">
              <a:ea typeface="Calibri"/>
              <a:cs typeface="Calibri"/>
            </a:endParaRPr>
          </a:p>
        </p:txBody>
      </p:sp>
    </p:spTree>
    <p:extLst>
      <p:ext uri="{BB962C8B-B14F-4D97-AF65-F5344CB8AC3E}">
        <p14:creationId xmlns:p14="http://schemas.microsoft.com/office/powerpoint/2010/main" val="268828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E92C622-F264-DEB8-A350-3589EFACD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24084-F6FD-4B91-50DE-FEF71961B7AC}"/>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Model Architecture</a:t>
            </a:r>
            <a:endParaRPr lang="en-US">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CFC7295-078D-7065-F474-5CAC90CA4376}"/>
              </a:ext>
            </a:extLst>
          </p:cNvPr>
          <p:cNvSpPr txBox="1"/>
          <p:nvPr/>
        </p:nvSpPr>
        <p:spPr>
          <a:xfrm>
            <a:off x="74507" y="1437640"/>
            <a:ext cx="11512061" cy="5386090"/>
          </a:xfrm>
          <a:prstGeom prst="rect">
            <a:avLst/>
          </a:prstGeom>
          <a:noFill/>
        </p:spPr>
        <p:txBody>
          <a:bodyPr wrap="square" lIns="91440" tIns="45720" rIns="91440" bIns="45720" rtlCol="0" anchor="t">
            <a:spAutoFit/>
          </a:bodyPr>
          <a:lstStyle/>
          <a:p>
            <a:pPr algn="just"/>
            <a:r>
              <a:rPr lang="en-IN" sz="2000" b="1"/>
              <a:t>Emotion Detection </a:t>
            </a:r>
            <a:r>
              <a:rPr lang="en-IN" sz="2000"/>
              <a:t>(32 channels from DEAP)</a:t>
            </a:r>
            <a:endParaRPr lang="en-US">
              <a:ea typeface="Calibri" panose="020F0502020204030204"/>
              <a:cs typeface="Calibri" panose="020F0502020204030204"/>
            </a:endParaRPr>
          </a:p>
          <a:p>
            <a:pPr algn="just"/>
            <a:endParaRPr lang="en-IN">
              <a:ea typeface="Calibri"/>
              <a:cs typeface="Calibri"/>
            </a:endParaRPr>
          </a:p>
          <a:p>
            <a:pPr marL="285750" indent="-285750" algn="just">
              <a:buFont typeface="Arial"/>
              <a:buChar char="•"/>
            </a:pPr>
            <a:r>
              <a:rPr lang="en-IN" b="1">
                <a:ea typeface="+mn-lt"/>
                <a:cs typeface="+mn-lt"/>
              </a:rPr>
              <a:t>Multi-Scale CNN</a:t>
            </a:r>
            <a:r>
              <a:rPr lang="en-IN">
                <a:ea typeface="+mn-lt"/>
                <a:cs typeface="+mn-lt"/>
              </a:rPr>
              <a:t> — Three parallel convolutional branches with kernel sizes of 16, 8, and 4 to capture temporal patterns at different scales</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Spatial Convolution</a:t>
            </a:r>
            <a:r>
              <a:rPr lang="en-IN">
                <a:ea typeface="+mn-lt"/>
                <a:cs typeface="+mn-lt"/>
              </a:rPr>
              <a:t> — Each CNN branch applies convolution across all 32 EEG channels to learn spatial relationships between brain regions</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Regularization in CNN</a:t>
            </a:r>
            <a:r>
              <a:rPr lang="en-IN">
                <a:ea typeface="+mn-lt"/>
                <a:cs typeface="+mn-lt"/>
              </a:rPr>
              <a:t> — Batch normalization, ELU activation, average pooling, and dropout (0.4) after each branch</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Gated Transformer</a:t>
            </a:r>
            <a:r>
              <a:rPr lang="en-IN">
                <a:ea typeface="+mn-lt"/>
                <a:cs typeface="+mn-lt"/>
              </a:rPr>
              <a:t> — 8-head self-attention with embedding dimension of 24 to capture long-range temporal dependencies</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Feed-Forward Network</a:t>
            </a:r>
            <a:r>
              <a:rPr lang="en-IN">
                <a:ea typeface="+mn-lt"/>
                <a:cs typeface="+mn-lt"/>
              </a:rPr>
              <a:t> — 2-layer FFN with hidden dimension of 96, plus layer normalization within the transformer</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Temporal Convolutional Network (TCN)</a:t>
            </a:r>
            <a:r>
              <a:rPr lang="en-IN">
                <a:ea typeface="+mn-lt"/>
                <a:cs typeface="+mn-lt"/>
              </a:rPr>
              <a:t> — Two dilated convolution layers with 32 filters for hierarchical temporal feature extraction (immediate + distant patterns)</a:t>
            </a:r>
            <a:endParaRPr lang="en-IN">
              <a:ea typeface="Calibri" panose="020F0502020204030204"/>
              <a:cs typeface="Calibri" panose="020F0502020204030204"/>
            </a:endParaRPr>
          </a:p>
          <a:p>
            <a:pPr marL="285750" indent="-285750" algn="just">
              <a:buFont typeface="Arial"/>
              <a:buChar char="•"/>
            </a:pPr>
            <a:endParaRPr lang="en-IN">
              <a:ea typeface="+mn-lt"/>
              <a:cs typeface="+mn-lt"/>
            </a:endParaRPr>
          </a:p>
          <a:p>
            <a:pPr marL="285750" indent="-285750" algn="just">
              <a:buFont typeface="Arial"/>
              <a:buChar char="•"/>
            </a:pPr>
            <a:r>
              <a:rPr lang="en-IN" b="1">
                <a:ea typeface="+mn-lt"/>
                <a:cs typeface="+mn-lt"/>
              </a:rPr>
              <a:t>Classification Head</a:t>
            </a:r>
            <a:r>
              <a:rPr lang="en-IN">
                <a:ea typeface="+mn-lt"/>
                <a:cs typeface="+mn-lt"/>
              </a:rPr>
              <a:t> — Global average pooling followed by a linear classifier for 4-class output</a:t>
            </a:r>
            <a:endParaRPr lang="en-IN">
              <a:ea typeface="Calibri" panose="020F0502020204030204"/>
              <a:cs typeface="Calibri" panose="020F0502020204030204"/>
            </a:endParaRPr>
          </a:p>
        </p:txBody>
      </p:sp>
      <p:sp>
        <p:nvSpPr>
          <p:cNvPr id="5" name="TextBox 4">
            <a:extLst>
              <a:ext uri="{FF2B5EF4-FFF2-40B4-BE49-F238E27FC236}">
                <a16:creationId xmlns:a16="http://schemas.microsoft.com/office/drawing/2014/main" id="{6BB6E929-2D96-F9FA-ADF7-91C572FD989F}"/>
              </a:ext>
            </a:extLst>
          </p:cNvPr>
          <p:cNvSpPr txBox="1"/>
          <p:nvPr/>
        </p:nvSpPr>
        <p:spPr>
          <a:xfrm>
            <a:off x="76926" y="868740"/>
            <a:ext cx="1028820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a:latin typeface="Calibri"/>
              </a:rPr>
              <a:t>Model Used</a:t>
            </a:r>
            <a:r>
              <a:rPr lang="en-IN" sz="2000">
                <a:latin typeface="Calibri"/>
              </a:rPr>
              <a:t>: Multi-scale</a:t>
            </a:r>
            <a:r>
              <a:rPr lang="en-IN" sz="2000" baseline="0">
                <a:latin typeface="Calibri"/>
              </a:rPr>
              <a:t> </a:t>
            </a:r>
            <a:r>
              <a:rPr lang="en-IN" sz="2000">
                <a:latin typeface="Calibri"/>
              </a:rPr>
              <a:t> </a:t>
            </a:r>
            <a:r>
              <a:rPr lang="en-IN" sz="2000" baseline="0">
                <a:latin typeface="Calibri"/>
              </a:rPr>
              <a:t>CNN + Gated Transformer + Temporal </a:t>
            </a:r>
            <a:r>
              <a:rPr lang="en-IN" sz="2000">
                <a:latin typeface="Calibri"/>
              </a:rPr>
              <a:t>Convolution</a:t>
            </a:r>
            <a:r>
              <a:rPr lang="en-IN" sz="2000" baseline="0">
                <a:latin typeface="Calibri"/>
              </a:rPr>
              <a:t> </a:t>
            </a:r>
            <a:r>
              <a:rPr lang="en-IN" sz="2000">
                <a:latin typeface="Calibri"/>
              </a:rPr>
              <a:t>Network</a:t>
            </a:r>
            <a:endParaRPr lang="en-US" sz="2000">
              <a:ea typeface="Calibri"/>
              <a:cs typeface="Calibri"/>
            </a:endParaRPr>
          </a:p>
        </p:txBody>
      </p:sp>
    </p:spTree>
    <p:extLst>
      <p:ext uri="{BB962C8B-B14F-4D97-AF65-F5344CB8AC3E}">
        <p14:creationId xmlns:p14="http://schemas.microsoft.com/office/powerpoint/2010/main" val="396099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34E29D-10F1-5DD5-05D8-C6098D2AC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135B0-5A86-FF71-8148-F0FADB8D23D3}"/>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Results</a:t>
            </a:r>
            <a:endParaRPr lang="en-US"/>
          </a:p>
        </p:txBody>
      </p:sp>
      <p:sp>
        <p:nvSpPr>
          <p:cNvPr id="9" name="TextBox 8">
            <a:extLst>
              <a:ext uri="{FF2B5EF4-FFF2-40B4-BE49-F238E27FC236}">
                <a16:creationId xmlns:a16="http://schemas.microsoft.com/office/drawing/2014/main" id="{2143406B-C3ED-5050-53CA-71A2667B81CD}"/>
              </a:ext>
            </a:extLst>
          </p:cNvPr>
          <p:cNvSpPr txBox="1"/>
          <p:nvPr/>
        </p:nvSpPr>
        <p:spPr>
          <a:xfrm>
            <a:off x="84667" y="838200"/>
            <a:ext cx="5435600" cy="523220"/>
          </a:xfrm>
          <a:prstGeom prst="rect">
            <a:avLst/>
          </a:prstGeom>
          <a:noFill/>
        </p:spPr>
        <p:txBody>
          <a:bodyPr wrap="square" lIns="91440" tIns="45720" rIns="91440" bIns="45720" rtlCol="0" anchor="t">
            <a:spAutoFit/>
          </a:bodyPr>
          <a:lstStyle/>
          <a:p>
            <a:br>
              <a:rPr lang="en-IN" sz="1400"/>
            </a:br>
            <a:r>
              <a:rPr lang="en-IN" sz="1400"/>
              <a:t> </a:t>
            </a:r>
          </a:p>
        </p:txBody>
      </p:sp>
      <p:sp>
        <p:nvSpPr>
          <p:cNvPr id="15" name="TextBox 14">
            <a:extLst>
              <a:ext uri="{FF2B5EF4-FFF2-40B4-BE49-F238E27FC236}">
                <a16:creationId xmlns:a16="http://schemas.microsoft.com/office/drawing/2014/main" id="{C9DCDABF-3D2C-6416-71AF-DC531C15FAC5}"/>
              </a:ext>
            </a:extLst>
          </p:cNvPr>
          <p:cNvSpPr txBox="1"/>
          <p:nvPr/>
        </p:nvSpPr>
        <p:spPr>
          <a:xfrm>
            <a:off x="7794788" y="4093463"/>
            <a:ext cx="3460897" cy="1754326"/>
          </a:xfrm>
          <a:prstGeom prst="rect">
            <a:avLst/>
          </a:prstGeom>
          <a:noFill/>
        </p:spPr>
        <p:txBody>
          <a:bodyPr wrap="square" lIns="91440" tIns="45720" rIns="91440" bIns="45720" anchor="t">
            <a:spAutoFit/>
          </a:bodyPr>
          <a:lstStyle/>
          <a:p>
            <a:pPr algn="l"/>
            <a:r>
              <a:rPr lang="en-IN" sz="1800" b="1" i="0" u="none" strike="noStrike" baseline="0">
                <a:latin typeface="CMBX10"/>
              </a:rPr>
              <a:t>Key Observations:</a:t>
            </a:r>
          </a:p>
          <a:p>
            <a:endParaRPr lang="en-IN" b="1">
              <a:latin typeface="CMBX10"/>
            </a:endParaRPr>
          </a:p>
          <a:p>
            <a:pPr algn="l"/>
            <a:r>
              <a:rPr lang="en-IN" sz="1800" b="0" i="0" u="none" strike="noStrike" baseline="0">
                <a:latin typeface="SFRM1095"/>
              </a:rPr>
              <a:t>• </a:t>
            </a:r>
            <a:r>
              <a:rPr lang="en-IN">
                <a:latin typeface="CMBX10"/>
              </a:rPr>
              <a:t>Accuracy</a:t>
            </a:r>
            <a:r>
              <a:rPr lang="en-IN" sz="1800" b="0" i="0" u="none" strike="noStrike" baseline="0">
                <a:latin typeface="CMBX10"/>
              </a:rPr>
              <a:t>: </a:t>
            </a:r>
            <a:r>
              <a:rPr lang="en-IN" sz="1800" b="0" i="0" u="none" strike="noStrike" baseline="0">
                <a:latin typeface="CMR10"/>
              </a:rPr>
              <a:t>64.87%</a:t>
            </a:r>
          </a:p>
          <a:p>
            <a:r>
              <a:rPr lang="en-IN">
                <a:ea typeface="+mn-lt"/>
                <a:cs typeface="+mn-lt"/>
              </a:rPr>
              <a:t>• </a:t>
            </a:r>
            <a:r>
              <a:rPr lang="en-IN">
                <a:latin typeface="SFRM1095"/>
              </a:rPr>
              <a:t>Precision: 65%</a:t>
            </a:r>
          </a:p>
          <a:p>
            <a:r>
              <a:rPr lang="en-IN">
                <a:ea typeface="+mn-lt"/>
                <a:cs typeface="+mn-lt"/>
              </a:rPr>
              <a:t>• </a:t>
            </a:r>
            <a:r>
              <a:rPr lang="en-IN">
                <a:latin typeface="SFRM1095"/>
              </a:rPr>
              <a:t>Recall: 65%</a:t>
            </a:r>
          </a:p>
          <a:p>
            <a:r>
              <a:rPr lang="en-IN" sz="1800" b="0" i="0" u="none" strike="noStrike" baseline="0">
                <a:latin typeface="SFRM1095"/>
              </a:rPr>
              <a:t>• </a:t>
            </a:r>
            <a:r>
              <a:rPr lang="en-IN" sz="1800" b="0" i="0" u="none" strike="noStrike" baseline="0">
                <a:latin typeface="CMBX10"/>
              </a:rPr>
              <a:t>F1-Score: </a:t>
            </a:r>
            <a:r>
              <a:rPr lang="en-IN" sz="1800" b="0" i="0" u="none" strike="noStrike" baseline="0">
                <a:latin typeface="CMR10"/>
              </a:rPr>
              <a:t>64.5%</a:t>
            </a:r>
            <a:endParaRPr lang="en-IN"/>
          </a:p>
        </p:txBody>
      </p:sp>
      <p:pic>
        <p:nvPicPr>
          <p:cNvPr id="8" name="Picture 7" descr="A graph showing loss and loss&#10;&#10;AI-generated content may be incorrect.">
            <a:extLst>
              <a:ext uri="{FF2B5EF4-FFF2-40B4-BE49-F238E27FC236}">
                <a16:creationId xmlns:a16="http://schemas.microsoft.com/office/drawing/2014/main" id="{C72F3C59-5A5C-29F5-AE74-3DCE8F871FE9}"/>
              </a:ext>
            </a:extLst>
          </p:cNvPr>
          <p:cNvPicPr>
            <a:picLocks noChangeAspect="1"/>
          </p:cNvPicPr>
          <p:nvPr/>
        </p:nvPicPr>
        <p:blipFill>
          <a:blip r:embed="rId2"/>
          <a:stretch>
            <a:fillRect/>
          </a:stretch>
        </p:blipFill>
        <p:spPr>
          <a:xfrm>
            <a:off x="7454434" y="955580"/>
            <a:ext cx="4096311" cy="2795308"/>
          </a:xfrm>
          <a:prstGeom prst="rect">
            <a:avLst/>
          </a:prstGeom>
        </p:spPr>
      </p:pic>
      <p:pic>
        <p:nvPicPr>
          <p:cNvPr id="10" name="Picture 9">
            <a:extLst>
              <a:ext uri="{FF2B5EF4-FFF2-40B4-BE49-F238E27FC236}">
                <a16:creationId xmlns:a16="http://schemas.microsoft.com/office/drawing/2014/main" id="{EDACEF1D-9C1A-99E3-5737-F5F575F777A2}"/>
              </a:ext>
            </a:extLst>
          </p:cNvPr>
          <p:cNvPicPr>
            <a:picLocks noChangeAspect="1"/>
          </p:cNvPicPr>
          <p:nvPr/>
        </p:nvPicPr>
        <p:blipFill>
          <a:blip r:embed="rId3"/>
          <a:stretch>
            <a:fillRect/>
          </a:stretch>
        </p:blipFill>
        <p:spPr>
          <a:xfrm>
            <a:off x="7451351" y="3910853"/>
            <a:ext cx="4102475" cy="2790266"/>
          </a:xfrm>
          <a:prstGeom prst="rect">
            <a:avLst/>
          </a:prstGeom>
        </p:spPr>
      </p:pic>
      <p:sp>
        <p:nvSpPr>
          <p:cNvPr id="13" name="TextBox 12">
            <a:extLst>
              <a:ext uri="{FF2B5EF4-FFF2-40B4-BE49-F238E27FC236}">
                <a16:creationId xmlns:a16="http://schemas.microsoft.com/office/drawing/2014/main" id="{469FF65C-781B-123E-E0A2-49F005FC3515}"/>
              </a:ext>
            </a:extLst>
          </p:cNvPr>
          <p:cNvSpPr txBox="1"/>
          <p:nvPr/>
        </p:nvSpPr>
        <p:spPr>
          <a:xfrm>
            <a:off x="89647" y="1210236"/>
            <a:ext cx="7115735" cy="51007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t>The loss curves demonstrate a smooth, steady decline without significant oscillations or divergence, confirming that the model effectively minimized error and that our learning rate schedule was well-tuned</a:t>
            </a:r>
          </a:p>
          <a:p>
            <a:pPr marL="285750" indent="-285750" algn="just">
              <a:buFont typeface="Arial"/>
              <a:buChar char="•"/>
            </a:pPr>
            <a:endParaRPr lang="en-US">
              <a:ea typeface="+mn-lt"/>
              <a:cs typeface="+mn-lt"/>
            </a:endParaRPr>
          </a:p>
          <a:p>
            <a:pPr marL="285750" indent="-285750" algn="just">
              <a:buFont typeface="Arial"/>
              <a:buChar char="•"/>
            </a:pPr>
            <a:r>
              <a:rPr lang="en-US">
                <a:ea typeface="+mn-lt"/>
                <a:cs typeface="+mn-lt"/>
              </a:rPr>
              <a:t>The training and test accuracy curves track closely together with only a small gap (~3.5%), indicating that our regularization techniques dropout and weight decay prevented overfitting despite the complex architecture</a:t>
            </a:r>
            <a:endParaRPr lang="en-US">
              <a:ea typeface="Calibri" panose="020F0502020204030204"/>
              <a:cs typeface="Calibri" panose="020F0502020204030204"/>
            </a:endParaRPr>
          </a:p>
          <a:p>
            <a:pPr marL="285750" indent="-285750" algn="just">
              <a:buFont typeface="Arial"/>
              <a:buChar char="•"/>
            </a:pPr>
            <a:endParaRPr lang="en-US">
              <a:ea typeface="Calibri" panose="020F0502020204030204"/>
              <a:cs typeface="Calibri" panose="020F0502020204030204"/>
            </a:endParaRPr>
          </a:p>
          <a:p>
            <a:pPr marL="285750" indent="-285750" algn="just">
              <a:buFont typeface="Arial"/>
              <a:buChar char="•"/>
            </a:pPr>
            <a:r>
              <a:rPr lang="en-US">
                <a:ea typeface="+mn-lt"/>
                <a:cs typeface="+mn-lt"/>
              </a:rPr>
              <a:t>Both metrics stabilize near 350 epochs, achieving a peak test accuracy of 64.87%, which significantly outperforms the random baseline of 25% for this 4-class problem</a:t>
            </a:r>
            <a:endParaRPr lang="en-US">
              <a:ea typeface="Calibri" panose="020F0502020204030204"/>
              <a:cs typeface="Calibri" panose="020F0502020204030204"/>
            </a:endParaRPr>
          </a:p>
          <a:p>
            <a:pPr marL="285750" indent="-285750" algn="just">
              <a:buFont typeface="Arial"/>
              <a:buChar char="•"/>
            </a:pPr>
            <a:endParaRPr lang="en-US">
              <a:ea typeface="Calibri" panose="020F0502020204030204"/>
              <a:cs typeface="Calibri" panose="020F0502020204030204"/>
            </a:endParaRPr>
          </a:p>
          <a:p>
            <a:pPr marL="285750" indent="-285750" algn="just">
              <a:buFont typeface="Arial"/>
              <a:buChar char="•"/>
            </a:pPr>
            <a:r>
              <a:rPr lang="en-US">
                <a:ea typeface="Calibri" panose="020F0502020204030204"/>
                <a:cs typeface="Calibri" panose="020F0502020204030204"/>
              </a:rPr>
              <a:t>These plots show that if we run more epochs then model can learn very well and the loss will decrease and accuracy will increase</a:t>
            </a:r>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Calibri" panose="020F0502020204030204"/>
              <a:cs typeface="Calibri" panose="020F0502020204030204"/>
            </a:endParaRPr>
          </a:p>
        </p:txBody>
      </p:sp>
    </p:spTree>
    <p:extLst>
      <p:ext uri="{BB962C8B-B14F-4D97-AF65-F5344CB8AC3E}">
        <p14:creationId xmlns:p14="http://schemas.microsoft.com/office/powerpoint/2010/main" val="33268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15B4A9A-0811-705E-4E70-1A24F5B2C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F9668-D98B-11EA-3B09-F9BB08018583}"/>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Results</a:t>
            </a:r>
            <a:endParaRPr lang="en-US"/>
          </a:p>
        </p:txBody>
      </p:sp>
      <p:sp>
        <p:nvSpPr>
          <p:cNvPr id="9" name="TextBox 8">
            <a:extLst>
              <a:ext uri="{FF2B5EF4-FFF2-40B4-BE49-F238E27FC236}">
                <a16:creationId xmlns:a16="http://schemas.microsoft.com/office/drawing/2014/main" id="{DC808269-DBCA-B03B-42EC-DA86C3DE4566}"/>
              </a:ext>
            </a:extLst>
          </p:cNvPr>
          <p:cNvSpPr txBox="1"/>
          <p:nvPr/>
        </p:nvSpPr>
        <p:spPr>
          <a:xfrm>
            <a:off x="84667" y="838200"/>
            <a:ext cx="5435600" cy="523220"/>
          </a:xfrm>
          <a:prstGeom prst="rect">
            <a:avLst/>
          </a:prstGeom>
          <a:noFill/>
        </p:spPr>
        <p:txBody>
          <a:bodyPr wrap="square" lIns="91440" tIns="45720" rIns="91440" bIns="45720" rtlCol="0" anchor="t">
            <a:spAutoFit/>
          </a:bodyPr>
          <a:lstStyle/>
          <a:p>
            <a:br>
              <a:rPr lang="en-IN" sz="1400"/>
            </a:br>
            <a:r>
              <a:rPr lang="en-IN" sz="1400"/>
              <a:t> </a:t>
            </a:r>
          </a:p>
        </p:txBody>
      </p:sp>
      <p:pic>
        <p:nvPicPr>
          <p:cNvPr id="3" name="Picture 2" descr="A blue squares with white text&#10;&#10;AI-generated content may be incorrect.">
            <a:extLst>
              <a:ext uri="{FF2B5EF4-FFF2-40B4-BE49-F238E27FC236}">
                <a16:creationId xmlns:a16="http://schemas.microsoft.com/office/drawing/2014/main" id="{4412655D-90EB-9F75-0928-F661D9986A78}"/>
              </a:ext>
            </a:extLst>
          </p:cNvPr>
          <p:cNvPicPr>
            <a:picLocks noChangeAspect="1"/>
          </p:cNvPicPr>
          <p:nvPr/>
        </p:nvPicPr>
        <p:blipFill>
          <a:blip r:embed="rId2"/>
          <a:stretch>
            <a:fillRect/>
          </a:stretch>
        </p:blipFill>
        <p:spPr>
          <a:xfrm>
            <a:off x="7697041" y="833718"/>
            <a:ext cx="3734361" cy="2658036"/>
          </a:xfrm>
          <a:prstGeom prst="rect">
            <a:avLst/>
          </a:prstGeom>
        </p:spPr>
      </p:pic>
      <p:pic>
        <p:nvPicPr>
          <p:cNvPr id="4" name="Picture 3" descr="A graph showing different colored bars&#10;&#10;AI-generated content may be incorrect.">
            <a:extLst>
              <a:ext uri="{FF2B5EF4-FFF2-40B4-BE49-F238E27FC236}">
                <a16:creationId xmlns:a16="http://schemas.microsoft.com/office/drawing/2014/main" id="{C19DC656-870E-540B-83FD-EB4F1AD78472}"/>
              </a:ext>
            </a:extLst>
          </p:cNvPr>
          <p:cNvPicPr>
            <a:picLocks noChangeAspect="1"/>
          </p:cNvPicPr>
          <p:nvPr/>
        </p:nvPicPr>
        <p:blipFill>
          <a:blip r:embed="rId3"/>
          <a:stretch>
            <a:fillRect/>
          </a:stretch>
        </p:blipFill>
        <p:spPr>
          <a:xfrm>
            <a:off x="7256089" y="3659001"/>
            <a:ext cx="4627470" cy="3002617"/>
          </a:xfrm>
          <a:prstGeom prst="rect">
            <a:avLst/>
          </a:prstGeom>
        </p:spPr>
      </p:pic>
      <p:sp>
        <p:nvSpPr>
          <p:cNvPr id="5" name="TextBox 4">
            <a:extLst>
              <a:ext uri="{FF2B5EF4-FFF2-40B4-BE49-F238E27FC236}">
                <a16:creationId xmlns:a16="http://schemas.microsoft.com/office/drawing/2014/main" id="{0752EE69-966A-907B-B4BA-02331A3E8C9B}"/>
              </a:ext>
            </a:extLst>
          </p:cNvPr>
          <p:cNvSpPr txBox="1"/>
          <p:nvPr/>
        </p:nvSpPr>
        <p:spPr>
          <a:xfrm>
            <a:off x="201706" y="836326"/>
            <a:ext cx="6689911"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t>The confusion matrix shows that model effectively distinguishes between four quadrants and is not just guessing the majority class</a:t>
            </a:r>
          </a:p>
          <a:p>
            <a:pPr marL="285750" indent="-285750" algn="just">
              <a:buFont typeface="Arial"/>
              <a:buChar char="•"/>
            </a:pPr>
            <a:endParaRPr lang="en-US">
              <a:ea typeface="Calibri"/>
              <a:cs typeface="Calibri"/>
            </a:endParaRPr>
          </a:p>
          <a:p>
            <a:pPr marL="285750" indent="-285750" algn="just">
              <a:buFont typeface="Arial"/>
              <a:buChar char="•"/>
            </a:pPr>
            <a:r>
              <a:rPr lang="en-US">
                <a:ea typeface="Calibri"/>
                <a:cs typeface="Calibri"/>
              </a:rPr>
              <a:t>We achieved our highest accuracy (71.8%) on the LVLA class (Sad/Bored) which is the most critical result for medical use case</a:t>
            </a:r>
          </a:p>
          <a:p>
            <a:pPr marL="285750" indent="-285750" algn="just">
              <a:buFont typeface="Arial"/>
              <a:buChar char="•"/>
            </a:pPr>
            <a:endParaRPr lang="en-US">
              <a:ea typeface="Calibri"/>
              <a:cs typeface="Calibri"/>
            </a:endParaRPr>
          </a:p>
          <a:p>
            <a:pPr marL="285750" indent="-285750" algn="just">
              <a:buFont typeface="Arial"/>
              <a:buChar char="•"/>
            </a:pPr>
            <a:r>
              <a:rPr lang="en-US">
                <a:ea typeface="Calibri"/>
                <a:cs typeface="Calibri"/>
              </a:rPr>
              <a:t>The system also performs robustly on HVHA (Happy/Excited) with 66.2% accuracy, meaning it can reliably track positive patient engagement and recovery signs</a:t>
            </a:r>
          </a:p>
          <a:p>
            <a:pPr marL="285750" indent="-285750" algn="just">
              <a:buFont typeface="Arial"/>
              <a:buChar char="•"/>
            </a:pPr>
            <a:endParaRPr lang="en-US">
              <a:ea typeface="Calibri"/>
              <a:cs typeface="Calibri"/>
            </a:endParaRPr>
          </a:p>
          <a:p>
            <a:pPr marL="285750" indent="-285750" algn="just">
              <a:buFont typeface="Arial"/>
              <a:buChar char="•"/>
            </a:pPr>
            <a:r>
              <a:rPr lang="en-US">
                <a:ea typeface="+mn-lt"/>
                <a:cs typeface="+mn-lt"/>
              </a:rPr>
              <a:t>The matrix reveals that most misclassifications occur between emotions with similar arousal levels</a:t>
            </a:r>
          </a:p>
          <a:p>
            <a:pPr marL="285750" indent="-285750" algn="just">
              <a:buFont typeface="Arial"/>
              <a:buChar char="•"/>
            </a:pPr>
            <a:endParaRPr lang="en-US" b="1">
              <a:ea typeface="Calibri"/>
              <a:cs typeface="Calibri"/>
            </a:endParaRPr>
          </a:p>
          <a:p>
            <a:pPr marL="285750" indent="-285750" algn="just">
              <a:buFont typeface="Arial"/>
              <a:buChar char="•"/>
            </a:pPr>
            <a:r>
              <a:rPr lang="en-US">
                <a:ea typeface="+mn-lt"/>
                <a:cs typeface="+mn-lt"/>
              </a:rPr>
              <a:t>Despite difficulty in distinguishing calm states, high sensitivity to Distress (LVLA) and Excitement (HVHA) proves system is viable for real-world monitoring where catching emotional shifts is key</a:t>
            </a:r>
            <a:endParaRPr lang="en-US">
              <a:ea typeface="Calibri" panose="020F0502020204030204"/>
              <a:cs typeface="Calibri" panose="020F0502020204030204"/>
            </a:endParaRPr>
          </a:p>
        </p:txBody>
      </p:sp>
      <p:graphicFrame>
        <p:nvGraphicFramePr>
          <p:cNvPr id="13" name="Table 12">
            <a:extLst>
              <a:ext uri="{FF2B5EF4-FFF2-40B4-BE49-F238E27FC236}">
                <a16:creationId xmlns:a16="http://schemas.microsoft.com/office/drawing/2014/main" id="{1A768669-B234-2245-D67E-DBE859A42A0D}"/>
              </a:ext>
            </a:extLst>
          </p:cNvPr>
          <p:cNvGraphicFramePr>
            <a:graphicFrameLocks noGrp="1"/>
          </p:cNvGraphicFramePr>
          <p:nvPr>
            <p:extLst>
              <p:ext uri="{D42A27DB-BD31-4B8C-83A1-F6EECF244321}">
                <p14:modId xmlns:p14="http://schemas.microsoft.com/office/powerpoint/2010/main" val="3184944878"/>
              </p:ext>
            </p:extLst>
          </p:nvPr>
        </p:nvGraphicFramePr>
        <p:xfrm>
          <a:off x="1220741" y="5314389"/>
          <a:ext cx="4652411" cy="1346200"/>
        </p:xfrm>
        <a:graphic>
          <a:graphicData uri="http://schemas.openxmlformats.org/drawingml/2006/table">
            <a:tbl>
              <a:tblPr bandRow="1">
                <a:tableStyleId>{5C22544A-7EE6-4342-B048-85BDC9FD1C3A}</a:tableStyleId>
              </a:tblPr>
              <a:tblGrid>
                <a:gridCol w="1716580">
                  <a:extLst>
                    <a:ext uri="{9D8B030D-6E8A-4147-A177-3AD203B41FA5}">
                      <a16:colId xmlns:a16="http://schemas.microsoft.com/office/drawing/2014/main" val="1798249237"/>
                    </a:ext>
                  </a:extLst>
                </a:gridCol>
                <a:gridCol w="914439">
                  <a:extLst>
                    <a:ext uri="{9D8B030D-6E8A-4147-A177-3AD203B41FA5}">
                      <a16:colId xmlns:a16="http://schemas.microsoft.com/office/drawing/2014/main" val="2262458082"/>
                    </a:ext>
                  </a:extLst>
                </a:gridCol>
                <a:gridCol w="994653">
                  <a:extLst>
                    <a:ext uri="{9D8B030D-6E8A-4147-A177-3AD203B41FA5}">
                      <a16:colId xmlns:a16="http://schemas.microsoft.com/office/drawing/2014/main" val="1061267585"/>
                    </a:ext>
                  </a:extLst>
                </a:gridCol>
                <a:gridCol w="1026739">
                  <a:extLst>
                    <a:ext uri="{9D8B030D-6E8A-4147-A177-3AD203B41FA5}">
                      <a16:colId xmlns:a16="http://schemas.microsoft.com/office/drawing/2014/main" val="2209645528"/>
                    </a:ext>
                  </a:extLst>
                </a:gridCol>
              </a:tblGrid>
              <a:tr h="238605">
                <a:tc>
                  <a:txBody>
                    <a:bodyPr/>
                    <a:lstStyle/>
                    <a:p>
                      <a:pPr fontAlgn="base">
                        <a:lnSpc>
                          <a:spcPts val="1425"/>
                        </a:lnSpc>
                        <a:buNone/>
                      </a:pPr>
                      <a:r>
                        <a:rPr lang="en-US" sz="1200">
                          <a:effectLst/>
                          <a:latin typeface="Calibri"/>
                        </a:rPr>
                        <a:t>Class</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Precision</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Recall</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F1-Score</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302068"/>
                  </a:ext>
                </a:extLst>
              </a:tr>
              <a:tr h="238605">
                <a:tc>
                  <a:txBody>
                    <a:bodyPr/>
                    <a:lstStyle/>
                    <a:p>
                      <a:pPr fontAlgn="base">
                        <a:lnSpc>
                          <a:spcPts val="1425"/>
                        </a:lnSpc>
                        <a:buNone/>
                      </a:pPr>
                      <a:r>
                        <a:rPr lang="en-US" sz="1200">
                          <a:effectLst/>
                          <a:latin typeface="Calibri"/>
                        </a:rPr>
                        <a:t>LVLA (Sad/Bored)</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0.67</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0.72</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0.69</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4542823"/>
                  </a:ext>
                </a:extLst>
              </a:tr>
              <a:tr h="238605">
                <a:tc>
                  <a:txBody>
                    <a:bodyPr/>
                    <a:lstStyle/>
                    <a:p>
                      <a:pPr fontAlgn="base">
                        <a:lnSpc>
                          <a:spcPts val="1425"/>
                        </a:lnSpc>
                        <a:buNone/>
                      </a:pPr>
                      <a:r>
                        <a:rPr lang="en-US" sz="1200">
                          <a:effectLst/>
                          <a:latin typeface="Calibri"/>
                        </a:rPr>
                        <a:t>LVHA (Angry/Fear)</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0.63</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0.62</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0.62</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4578563"/>
                  </a:ext>
                </a:extLst>
              </a:tr>
              <a:tr h="238605">
                <a:tc>
                  <a:txBody>
                    <a:bodyPr/>
                    <a:lstStyle/>
                    <a:p>
                      <a:pPr fontAlgn="base">
                        <a:lnSpc>
                          <a:spcPts val="1425"/>
                        </a:lnSpc>
                        <a:buNone/>
                      </a:pPr>
                      <a:r>
                        <a:rPr lang="en-US" sz="1200">
                          <a:effectLst/>
                          <a:latin typeface="Calibri"/>
                        </a:rPr>
                        <a:t>HVLA (Calm/Relaxed)</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0.61</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0.55</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0.58</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0901878"/>
                  </a:ext>
                </a:extLst>
              </a:tr>
              <a:tr h="238605">
                <a:tc>
                  <a:txBody>
                    <a:bodyPr/>
                    <a:lstStyle/>
                    <a:p>
                      <a:pPr fontAlgn="base">
                        <a:lnSpc>
                          <a:spcPts val="1425"/>
                        </a:lnSpc>
                        <a:buNone/>
                      </a:pPr>
                      <a:r>
                        <a:rPr lang="en-US" sz="1200">
                          <a:effectLst/>
                          <a:latin typeface="Calibri"/>
                        </a:rPr>
                        <a:t>HVHA (Happy/Excited)</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0.66</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0.66</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1425"/>
                        </a:lnSpc>
                        <a:buNone/>
                      </a:pPr>
                      <a:r>
                        <a:rPr lang="en-US" sz="1200">
                          <a:effectLst/>
                          <a:latin typeface="Calibri"/>
                        </a:rPr>
                        <a:t>0.66</a:t>
                      </a:r>
                      <a:endParaRPr lang="en-US">
                        <a:effectLst/>
                        <a:latin typeface="Calibri"/>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7020402"/>
                  </a:ext>
                </a:extLst>
              </a:tr>
            </a:tbl>
          </a:graphicData>
        </a:graphic>
      </p:graphicFrame>
    </p:spTree>
    <p:extLst>
      <p:ext uri="{BB962C8B-B14F-4D97-AF65-F5344CB8AC3E}">
        <p14:creationId xmlns:p14="http://schemas.microsoft.com/office/powerpoint/2010/main" val="395886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413074-6ECA-D1E9-A2F7-F6B9DA46F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42DEA-EADF-F637-1745-EA3ACBA5003F}"/>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Validation and Meaningfulness</a:t>
            </a:r>
            <a:endParaRPr lang="en-US"/>
          </a:p>
        </p:txBody>
      </p:sp>
      <p:sp>
        <p:nvSpPr>
          <p:cNvPr id="19" name="TextBox 18">
            <a:extLst>
              <a:ext uri="{FF2B5EF4-FFF2-40B4-BE49-F238E27FC236}">
                <a16:creationId xmlns:a16="http://schemas.microsoft.com/office/drawing/2014/main" id="{B55A1D12-D7FC-7B4B-9AF1-4224FE23EB38}"/>
              </a:ext>
            </a:extLst>
          </p:cNvPr>
          <p:cNvSpPr txBox="1"/>
          <p:nvPr/>
        </p:nvSpPr>
        <p:spPr>
          <a:xfrm>
            <a:off x="225213" y="896050"/>
            <a:ext cx="7487716" cy="4031873"/>
          </a:xfrm>
          <a:prstGeom prst="rect">
            <a:avLst/>
          </a:prstGeom>
          <a:noFill/>
        </p:spPr>
        <p:txBody>
          <a:bodyPr wrap="square" lIns="91440" tIns="45720" rIns="91440" bIns="45720" anchor="t">
            <a:spAutoFit/>
          </a:bodyPr>
          <a:lstStyle/>
          <a:p>
            <a:pPr marL="285750" indent="-285750">
              <a:buFont typeface="Arial"/>
              <a:buChar char="•"/>
            </a:pPr>
            <a:r>
              <a:rPr lang="en-IN" sz="1600">
                <a:latin typeface="Calibri"/>
                <a:ea typeface="Calibri"/>
                <a:cs typeface="Calibri"/>
              </a:rPr>
              <a:t>The topographic map reveals the highest signal variance in the Frontal Electrodes (Fp1, Fp2) and Lateral Frontal (F7) regions</a:t>
            </a:r>
            <a:endParaRPr lang="en-US" sz="1600">
              <a:latin typeface="Calibri"/>
              <a:ea typeface="Calibri"/>
              <a:cs typeface="Calibri"/>
            </a:endParaRPr>
          </a:p>
          <a:p>
            <a:pPr marL="285750" indent="-285750">
              <a:buFont typeface="Arial"/>
              <a:buChar char="•"/>
            </a:pPr>
            <a:endParaRPr lang="en-IN" sz="1600">
              <a:latin typeface="Calibri"/>
              <a:ea typeface="Calibri"/>
              <a:cs typeface="Calibri"/>
            </a:endParaRPr>
          </a:p>
          <a:p>
            <a:pPr marL="285750" indent="-285750">
              <a:buFont typeface="Arial"/>
              <a:buChar char="•"/>
            </a:pPr>
            <a:r>
              <a:rPr lang="en-IN" sz="1600">
                <a:latin typeface="Calibri"/>
                <a:ea typeface="Calibri"/>
                <a:cs typeface="Calibri"/>
              </a:rPr>
              <a:t>This spatial distribution aligns with expected physiological sources, such as frontal cortex activity and ocular artifacts (eye movements), confirming that our model is processing real, active biological signals rather than system noise</a:t>
            </a:r>
          </a:p>
          <a:p>
            <a:pPr marL="285750" indent="-285750">
              <a:buFont typeface="Arial"/>
              <a:buChar char="•"/>
            </a:pPr>
            <a:endParaRPr lang="en-IN" sz="1600">
              <a:latin typeface="Calibri"/>
              <a:ea typeface="Calibri"/>
              <a:cs typeface="Calibri"/>
            </a:endParaRPr>
          </a:p>
          <a:p>
            <a:pPr marL="285750" indent="-285750">
              <a:buFont typeface="Arial"/>
              <a:buChar char="•"/>
            </a:pPr>
            <a:r>
              <a:rPr lang="en-IN" sz="1600">
                <a:latin typeface="Calibri"/>
                <a:ea typeface="Calibri"/>
                <a:cs typeface="Calibri"/>
              </a:rPr>
              <a:t>The correlation matrix demonstrates a near-zero correlation (0.087) between the two target variables, Valence and Arousal</a:t>
            </a:r>
          </a:p>
          <a:p>
            <a:pPr marL="285750" indent="-285750">
              <a:buFont typeface="Arial"/>
              <a:buChar char="•"/>
            </a:pPr>
            <a:endParaRPr lang="en-IN" sz="1600">
              <a:latin typeface="Calibri"/>
              <a:ea typeface="Calibri"/>
              <a:cs typeface="Calibri"/>
            </a:endParaRPr>
          </a:p>
          <a:p>
            <a:pPr marL="285750" indent="-285750">
              <a:buFont typeface="Arial"/>
              <a:buChar char="•"/>
            </a:pPr>
            <a:r>
              <a:rPr lang="en-IN" sz="1600">
                <a:latin typeface="Calibri"/>
                <a:ea typeface="Calibri"/>
                <a:cs typeface="Calibri"/>
              </a:rPr>
              <a:t>This low correlation proves that </a:t>
            </a:r>
          </a:p>
          <a:p>
            <a:r>
              <a:rPr lang="en-IN" sz="1600">
                <a:latin typeface="Calibri"/>
                <a:ea typeface="Calibri"/>
                <a:cs typeface="Calibri"/>
              </a:rPr>
              <a:t>      Valence and Arousal are statistically </a:t>
            </a:r>
          </a:p>
          <a:p>
            <a:r>
              <a:rPr lang="en-IN" sz="1600">
                <a:latin typeface="Calibri"/>
                <a:ea typeface="Calibri"/>
                <a:cs typeface="Calibri"/>
              </a:rPr>
              <a:t>      distinct dimensions, validating our </a:t>
            </a:r>
          </a:p>
          <a:p>
            <a:r>
              <a:rPr lang="en-IN" sz="1600">
                <a:latin typeface="Calibri"/>
                <a:ea typeface="Calibri"/>
                <a:cs typeface="Calibri"/>
              </a:rPr>
              <a:t>      architectural decision to treat them </a:t>
            </a:r>
          </a:p>
          <a:p>
            <a:r>
              <a:rPr lang="en-IN" sz="1600">
                <a:latin typeface="Calibri"/>
                <a:ea typeface="Calibri"/>
                <a:cs typeface="Calibri"/>
              </a:rPr>
              <a:t>      as independent axes to define the 4 </a:t>
            </a:r>
          </a:p>
          <a:p>
            <a:r>
              <a:rPr lang="en-IN" sz="1600">
                <a:latin typeface="Calibri"/>
                <a:ea typeface="Calibri"/>
                <a:cs typeface="Calibri"/>
              </a:rPr>
              <a:t>      emotion classes</a:t>
            </a:r>
          </a:p>
        </p:txBody>
      </p:sp>
      <p:sp>
        <p:nvSpPr>
          <p:cNvPr id="23" name="TextBox 22">
            <a:extLst>
              <a:ext uri="{FF2B5EF4-FFF2-40B4-BE49-F238E27FC236}">
                <a16:creationId xmlns:a16="http://schemas.microsoft.com/office/drawing/2014/main" id="{60D7A373-92F2-FE63-3485-BF27E857C870}"/>
              </a:ext>
            </a:extLst>
          </p:cNvPr>
          <p:cNvSpPr txBox="1"/>
          <p:nvPr/>
        </p:nvSpPr>
        <p:spPr>
          <a:xfrm>
            <a:off x="8645983" y="6075269"/>
            <a:ext cx="2431058" cy="535126"/>
          </a:xfrm>
          <a:prstGeom prst="rect">
            <a:avLst/>
          </a:prstGeom>
          <a:noFill/>
        </p:spPr>
        <p:txBody>
          <a:bodyPr wrap="square" lIns="91440" tIns="45720" rIns="91440" bIns="45720" anchor="t">
            <a:spAutoFit/>
          </a:bodyPr>
          <a:lstStyle/>
          <a:p>
            <a:r>
              <a:rPr lang="en-IN" sz="1400">
                <a:latin typeface="CMR10"/>
              </a:rPr>
              <a:t>(a) Signal Variance per channel </a:t>
            </a:r>
            <a:endParaRPr lang="en-IN" sz="1400">
              <a:latin typeface="Calibri" panose="020F0502020204030204"/>
              <a:ea typeface="Calibri" panose="020F0502020204030204"/>
              <a:cs typeface="Calibri" panose="020F0502020204030204"/>
            </a:endParaRPr>
          </a:p>
          <a:p>
            <a:r>
              <a:rPr lang="en-IN" sz="1400">
                <a:latin typeface="CMR10"/>
              </a:rPr>
              <a:t>(b) Topographic variance map</a:t>
            </a:r>
            <a:endParaRPr lang="en-IN" sz="1400">
              <a:ea typeface="Calibri"/>
              <a:cs typeface="Calibri"/>
            </a:endParaRPr>
          </a:p>
        </p:txBody>
      </p:sp>
      <p:pic>
        <p:nvPicPr>
          <p:cNvPr id="25" name="Picture 24" descr="A close-up of a graph&#10;&#10;AI-generated content may be incorrect.">
            <a:extLst>
              <a:ext uri="{FF2B5EF4-FFF2-40B4-BE49-F238E27FC236}">
                <a16:creationId xmlns:a16="http://schemas.microsoft.com/office/drawing/2014/main" id="{079813AB-5926-47EF-2AD3-343E4F994B27}"/>
              </a:ext>
            </a:extLst>
          </p:cNvPr>
          <p:cNvPicPr>
            <a:picLocks noChangeAspect="1"/>
          </p:cNvPicPr>
          <p:nvPr/>
        </p:nvPicPr>
        <p:blipFill>
          <a:blip r:embed="rId2"/>
          <a:stretch>
            <a:fillRect/>
          </a:stretch>
        </p:blipFill>
        <p:spPr>
          <a:xfrm>
            <a:off x="7871051" y="891144"/>
            <a:ext cx="3973201" cy="5075712"/>
          </a:xfrm>
          <a:prstGeom prst="rect">
            <a:avLst/>
          </a:prstGeom>
        </p:spPr>
      </p:pic>
      <p:pic>
        <p:nvPicPr>
          <p:cNvPr id="4" name="Picture 3" descr="A screenshot of a graph&#10;&#10;AI-generated content may be incorrect.">
            <a:extLst>
              <a:ext uri="{FF2B5EF4-FFF2-40B4-BE49-F238E27FC236}">
                <a16:creationId xmlns:a16="http://schemas.microsoft.com/office/drawing/2014/main" id="{34867764-C4C9-B1CA-7749-E7F1F0E63125}"/>
              </a:ext>
            </a:extLst>
          </p:cNvPr>
          <p:cNvPicPr>
            <a:picLocks noChangeAspect="1"/>
          </p:cNvPicPr>
          <p:nvPr/>
        </p:nvPicPr>
        <p:blipFill>
          <a:blip r:embed="rId3"/>
          <a:stretch>
            <a:fillRect/>
          </a:stretch>
        </p:blipFill>
        <p:spPr>
          <a:xfrm>
            <a:off x="3641353" y="3133445"/>
            <a:ext cx="3777504" cy="3356162"/>
          </a:xfrm>
          <a:prstGeom prst="rect">
            <a:avLst/>
          </a:prstGeom>
        </p:spPr>
      </p:pic>
      <p:sp>
        <p:nvSpPr>
          <p:cNvPr id="3" name="TextBox 2">
            <a:extLst>
              <a:ext uri="{FF2B5EF4-FFF2-40B4-BE49-F238E27FC236}">
                <a16:creationId xmlns:a16="http://schemas.microsoft.com/office/drawing/2014/main" id="{78BF83ED-D0CD-4302-F971-43E9AE245412}"/>
              </a:ext>
            </a:extLst>
          </p:cNvPr>
          <p:cNvSpPr txBox="1"/>
          <p:nvPr/>
        </p:nvSpPr>
        <p:spPr>
          <a:xfrm>
            <a:off x="4550232" y="6491987"/>
            <a:ext cx="1966715" cy="307777"/>
          </a:xfrm>
          <a:prstGeom prst="rect">
            <a:avLst/>
          </a:prstGeom>
          <a:noFill/>
        </p:spPr>
        <p:txBody>
          <a:bodyPr wrap="square" lIns="91440" tIns="45720" rIns="91440" bIns="45720" anchor="t">
            <a:spAutoFit/>
          </a:bodyPr>
          <a:lstStyle/>
          <a:p>
            <a:r>
              <a:rPr lang="en-IN" sz="1400">
                <a:latin typeface="CMR10"/>
                <a:ea typeface="Calibri"/>
                <a:cs typeface="Calibri"/>
              </a:rPr>
              <a:t>Label Correlation Matrix</a:t>
            </a:r>
          </a:p>
        </p:txBody>
      </p:sp>
    </p:spTree>
    <p:extLst>
      <p:ext uri="{BB962C8B-B14F-4D97-AF65-F5344CB8AC3E}">
        <p14:creationId xmlns:p14="http://schemas.microsoft.com/office/powerpoint/2010/main" val="67065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937066F0-AA6F-C844-FF8A-874F4CDDD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08261-81B2-0772-586B-86F1A6447DC0}"/>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Validation and Meaningfulness</a:t>
            </a:r>
            <a:endParaRPr lang="en-US"/>
          </a:p>
        </p:txBody>
      </p:sp>
      <p:sp>
        <p:nvSpPr>
          <p:cNvPr id="19" name="TextBox 18">
            <a:extLst>
              <a:ext uri="{FF2B5EF4-FFF2-40B4-BE49-F238E27FC236}">
                <a16:creationId xmlns:a16="http://schemas.microsoft.com/office/drawing/2014/main" id="{9952845D-D8EB-89B8-AA01-C4C9FC8BBB99}"/>
              </a:ext>
            </a:extLst>
          </p:cNvPr>
          <p:cNvSpPr txBox="1"/>
          <p:nvPr/>
        </p:nvSpPr>
        <p:spPr>
          <a:xfrm>
            <a:off x="4329585" y="6052665"/>
            <a:ext cx="3532040" cy="646331"/>
          </a:xfrm>
          <a:prstGeom prst="rect">
            <a:avLst/>
          </a:prstGeom>
          <a:noFill/>
        </p:spPr>
        <p:txBody>
          <a:bodyPr wrap="square" lIns="91440" tIns="45720" rIns="91440" bIns="45720" anchor="t">
            <a:spAutoFit/>
          </a:bodyPr>
          <a:lstStyle/>
          <a:p>
            <a:r>
              <a:rPr lang="fr-FR">
                <a:ea typeface="+mn-lt"/>
                <a:cs typeface="+mn-lt"/>
              </a:rPr>
              <a:t>Correlation Matrix for EEG channels</a:t>
            </a:r>
            <a:endParaRPr lang="en-IN">
              <a:ea typeface="+mn-lt"/>
              <a:cs typeface="+mn-lt"/>
            </a:endParaRPr>
          </a:p>
          <a:p>
            <a:endParaRPr lang="en-IN">
              <a:latin typeface="CMR10"/>
            </a:endParaRPr>
          </a:p>
        </p:txBody>
      </p:sp>
      <p:pic>
        <p:nvPicPr>
          <p:cNvPr id="3" name="Picture 2" descr="A screenshot of a chart&#10;&#10;AI-generated content may be incorrect.">
            <a:extLst>
              <a:ext uri="{FF2B5EF4-FFF2-40B4-BE49-F238E27FC236}">
                <a16:creationId xmlns:a16="http://schemas.microsoft.com/office/drawing/2014/main" id="{23B7C068-1B28-50C9-6AE4-352ECE5FED77}"/>
              </a:ext>
            </a:extLst>
          </p:cNvPr>
          <p:cNvPicPr>
            <a:picLocks noChangeAspect="1"/>
          </p:cNvPicPr>
          <p:nvPr/>
        </p:nvPicPr>
        <p:blipFill>
          <a:blip r:embed="rId2"/>
          <a:stretch>
            <a:fillRect/>
          </a:stretch>
        </p:blipFill>
        <p:spPr>
          <a:xfrm>
            <a:off x="3248218" y="808312"/>
            <a:ext cx="5695950" cy="5257800"/>
          </a:xfrm>
          <a:prstGeom prst="rect">
            <a:avLst/>
          </a:prstGeom>
        </p:spPr>
      </p:pic>
    </p:spTree>
    <p:extLst>
      <p:ext uri="{BB962C8B-B14F-4D97-AF65-F5344CB8AC3E}">
        <p14:creationId xmlns:p14="http://schemas.microsoft.com/office/powerpoint/2010/main" val="70318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9129DC-60CD-3D73-A314-1324ED4A6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BF9F3-FB8C-B730-D43F-327FDF18F701}"/>
              </a:ext>
            </a:extLst>
          </p:cNvPr>
          <p:cNvSpPr>
            <a:spLocks noGrp="1"/>
          </p:cNvSpPr>
          <p:nvPr>
            <p:ph type="title"/>
          </p:nvPr>
        </p:nvSpPr>
        <p:spPr>
          <a:xfrm>
            <a:off x="0" y="0"/>
            <a:ext cx="12192000" cy="732155"/>
          </a:xfrm>
          <a:solidFill>
            <a:srgbClr val="C00000"/>
          </a:solidFill>
        </p:spPr>
        <p:txBody>
          <a:bodyPr/>
          <a:lstStyle/>
          <a:p>
            <a:pPr algn="ctr"/>
            <a:r>
              <a:rPr lang="en-US">
                <a:solidFill>
                  <a:schemeClr val="bg1"/>
                </a:solidFill>
                <a:latin typeface="Times New Roman"/>
                <a:cs typeface="Times New Roman"/>
              </a:rPr>
              <a:t>Conclusion</a:t>
            </a:r>
            <a:endParaRPr lang="en-US"/>
          </a:p>
        </p:txBody>
      </p:sp>
      <p:sp>
        <p:nvSpPr>
          <p:cNvPr id="8" name="TextBox 7">
            <a:extLst>
              <a:ext uri="{FF2B5EF4-FFF2-40B4-BE49-F238E27FC236}">
                <a16:creationId xmlns:a16="http://schemas.microsoft.com/office/drawing/2014/main" id="{237A3867-D4E0-DF69-2409-F5C74CEA36D3}"/>
              </a:ext>
            </a:extLst>
          </p:cNvPr>
          <p:cNvSpPr txBox="1"/>
          <p:nvPr/>
        </p:nvSpPr>
        <p:spPr>
          <a:xfrm>
            <a:off x="302560" y="1064528"/>
            <a:ext cx="11332390" cy="5324535"/>
          </a:xfrm>
          <a:prstGeom prst="rect">
            <a:avLst/>
          </a:prstGeom>
          <a:noFill/>
        </p:spPr>
        <p:txBody>
          <a:bodyPr wrap="square" lIns="91440" tIns="45720" rIns="91440" bIns="45720" anchor="t">
            <a:spAutoFit/>
          </a:bodyPr>
          <a:lstStyle/>
          <a:p>
            <a:endParaRPr lang="en-IN" sz="2000" b="1" i="0" u="none" strike="noStrike" baseline="0">
              <a:latin typeface="Calibri"/>
              <a:ea typeface="Calibri"/>
              <a:cs typeface="Calibri"/>
            </a:endParaRPr>
          </a:p>
          <a:p>
            <a:pPr marL="285750" indent="-285750" algn="just" eaLnBrk="0" fontAlgn="base" hangingPunct="0">
              <a:spcBef>
                <a:spcPct val="0"/>
              </a:spcBef>
              <a:spcAft>
                <a:spcPct val="0"/>
              </a:spcAft>
              <a:buFont typeface="Arial"/>
              <a:buChar char="•"/>
            </a:pPr>
            <a:r>
              <a:rPr lang="en-US" sz="2000">
                <a:latin typeface="Calibri"/>
                <a:ea typeface="Calibri"/>
                <a:cs typeface="Arial"/>
              </a:rPr>
              <a:t>Achieved 64.87% accuracy which is 2.6x better than baseline (25%) using </a:t>
            </a:r>
            <a:r>
              <a:rPr lang="en-US" altLang="en-US" sz="2000">
                <a:latin typeface="Calibri"/>
                <a:ea typeface="Calibri"/>
                <a:cs typeface="Arial"/>
              </a:rPr>
              <a:t>a hybrid CNN-Transformer architecture</a:t>
            </a:r>
          </a:p>
          <a:p>
            <a:pPr marL="285750" lvl="0" indent="-285750" algn="just" eaLnBrk="0" fontAlgn="base" hangingPunct="0">
              <a:spcBef>
                <a:spcPct val="0"/>
              </a:spcBef>
              <a:spcAft>
                <a:spcPct val="0"/>
              </a:spcAft>
              <a:buFont typeface="Arial"/>
              <a:buChar char="•"/>
            </a:pPr>
            <a:endParaRPr lang="en-US" altLang="en-US" sz="2000">
              <a:latin typeface="Calibri"/>
              <a:ea typeface="Calibri"/>
              <a:cs typeface="Arial" panose="020B0604020202020204" pitchFamily="34" charset="0"/>
            </a:endParaRPr>
          </a:p>
          <a:p>
            <a:pPr marL="285750" indent="-285750" algn="just" eaLnBrk="0" fontAlgn="base" hangingPunct="0">
              <a:spcBef>
                <a:spcPct val="0"/>
              </a:spcBef>
              <a:spcAft>
                <a:spcPct val="0"/>
              </a:spcAft>
              <a:buFont typeface="Arial"/>
              <a:buChar char="•"/>
            </a:pPr>
            <a:r>
              <a:rPr lang="en-US" altLang="en-US" sz="2000">
                <a:latin typeface="Calibri"/>
                <a:ea typeface="Calibri"/>
                <a:cs typeface="Arial"/>
              </a:rPr>
              <a:t>Our EDA-driven strategy of using median-based thresholding effectively solved the severe class imbalance found  in standard ratings, ensuring unbiased learning across all emotions</a:t>
            </a:r>
            <a:endParaRPr lang="en-US" sz="2000">
              <a:latin typeface="Calibri"/>
              <a:ea typeface="Calibri"/>
              <a:cs typeface="Calibri"/>
            </a:endParaRPr>
          </a:p>
          <a:p>
            <a:pPr marL="285750" lvl="0" indent="-285750" algn="just" eaLnBrk="0" fontAlgn="base" hangingPunct="0">
              <a:spcBef>
                <a:spcPct val="0"/>
              </a:spcBef>
              <a:spcAft>
                <a:spcPct val="0"/>
              </a:spcAft>
              <a:buFont typeface="Arial"/>
              <a:buChar char="•"/>
            </a:pPr>
            <a:endParaRPr lang="en-US" altLang="en-US" sz="2000">
              <a:latin typeface="Calibri"/>
              <a:ea typeface="Calibri"/>
              <a:cs typeface="Arial" panose="020B0604020202020204" pitchFamily="34" charset="0"/>
            </a:endParaRPr>
          </a:p>
          <a:p>
            <a:pPr marL="285750" indent="-285750" algn="just" eaLnBrk="0" fontAlgn="base" hangingPunct="0">
              <a:spcBef>
                <a:spcPct val="0"/>
              </a:spcBef>
              <a:spcAft>
                <a:spcPct val="0"/>
              </a:spcAft>
              <a:buFont typeface="Arial"/>
              <a:buChar char="•"/>
            </a:pPr>
            <a:r>
              <a:rPr lang="en-US" altLang="en-US" sz="2000">
                <a:latin typeface="Calibri"/>
                <a:ea typeface="Calibri"/>
                <a:cs typeface="Arial"/>
              </a:rPr>
              <a:t>Median-based thresholding improves class balance; low Valence-Arousal correlation validates model</a:t>
            </a:r>
            <a:endParaRPr lang="en-US" sz="2000">
              <a:latin typeface="Calibri"/>
              <a:ea typeface="Calibri"/>
              <a:cs typeface="Arial"/>
            </a:endParaRPr>
          </a:p>
          <a:p>
            <a:pPr marL="285750" lvl="0" indent="-285750" algn="just" eaLnBrk="0" fontAlgn="base" hangingPunct="0">
              <a:spcBef>
                <a:spcPct val="0"/>
              </a:spcBef>
              <a:spcAft>
                <a:spcPct val="0"/>
              </a:spcAft>
              <a:buFont typeface="Arial"/>
              <a:buChar char="•"/>
            </a:pPr>
            <a:endParaRPr lang="en-US" altLang="en-US" sz="2000">
              <a:latin typeface="Calibri"/>
              <a:ea typeface="Calibri"/>
              <a:cs typeface="Arial" panose="020B0604020202020204" pitchFamily="34" charset="0"/>
            </a:endParaRPr>
          </a:p>
          <a:p>
            <a:pPr marL="285750" indent="-285750" algn="just" eaLnBrk="0" fontAlgn="base" hangingPunct="0">
              <a:spcBef>
                <a:spcPct val="0"/>
              </a:spcBef>
              <a:spcAft>
                <a:spcPct val="0"/>
              </a:spcAft>
              <a:buFont typeface="Arial"/>
              <a:buChar char="•"/>
            </a:pPr>
            <a:r>
              <a:rPr lang="en-US" altLang="en-US" sz="2000">
                <a:latin typeface="Calibri"/>
                <a:ea typeface="Calibri"/>
                <a:cs typeface="Arial"/>
              </a:rPr>
              <a:t>Strong performance: 71.8% accuracy for Sadness/Boredom, 66.2% for Happy/Excited states</a:t>
            </a:r>
            <a:endParaRPr lang="en-US" sz="2000">
              <a:latin typeface="Calibri"/>
              <a:ea typeface="Calibri"/>
              <a:cs typeface="Calibri"/>
            </a:endParaRPr>
          </a:p>
          <a:p>
            <a:pPr marL="285750" indent="-285750" algn="just">
              <a:spcBef>
                <a:spcPct val="0"/>
              </a:spcBef>
              <a:spcAft>
                <a:spcPct val="0"/>
              </a:spcAft>
              <a:buFont typeface="Arial"/>
              <a:buChar char="•"/>
            </a:pPr>
            <a:endParaRPr lang="en-US" altLang="en-US" sz="2000">
              <a:latin typeface="Calibri"/>
              <a:ea typeface="Calibri"/>
              <a:cs typeface="Arial" panose="020B0604020202020204" pitchFamily="34" charset="0"/>
            </a:endParaRPr>
          </a:p>
          <a:p>
            <a:pPr marL="285750" indent="-285750" algn="just">
              <a:spcBef>
                <a:spcPct val="0"/>
              </a:spcBef>
              <a:spcAft>
                <a:spcPct val="0"/>
              </a:spcAft>
              <a:buFont typeface="Arial"/>
              <a:buChar char="•"/>
            </a:pPr>
            <a:r>
              <a:rPr lang="en-US" sz="2000">
                <a:latin typeface="Calibri"/>
                <a:ea typeface="Calibri"/>
                <a:cs typeface="Arial"/>
              </a:rPr>
              <a:t>Validated the model's integrity by confirming the statistical independence of our target labels (Valence/Arousal correlation: 0.087) and verifying physiological signal quality</a:t>
            </a:r>
          </a:p>
          <a:p>
            <a:pPr marL="285750" indent="-285750" algn="just" eaLnBrk="0" fontAlgn="base" hangingPunct="0">
              <a:spcBef>
                <a:spcPct val="0"/>
              </a:spcBef>
              <a:spcAft>
                <a:spcPct val="0"/>
              </a:spcAft>
              <a:buFont typeface="Arial"/>
              <a:buChar char="•"/>
            </a:pPr>
            <a:endParaRPr lang="en-US" altLang="en-US" sz="2000">
              <a:latin typeface="Calibri"/>
              <a:ea typeface="Calibri"/>
              <a:cs typeface="Arial" panose="020B0604020202020204" pitchFamily="34" charset="0"/>
            </a:endParaRPr>
          </a:p>
          <a:p>
            <a:pPr marL="285750" indent="-285750" algn="just" eaLnBrk="0" fontAlgn="base" hangingPunct="0">
              <a:spcBef>
                <a:spcPct val="0"/>
              </a:spcBef>
              <a:spcAft>
                <a:spcPct val="0"/>
              </a:spcAft>
              <a:buFont typeface="Arial"/>
              <a:buChar char="•"/>
            </a:pPr>
            <a:r>
              <a:rPr lang="en-US" altLang="en-US" sz="2000">
                <a:latin typeface="Calibri"/>
                <a:ea typeface="Calibri"/>
                <a:cs typeface="Arial"/>
              </a:rPr>
              <a:t>The next phase of development focuses on optimizing the pipeline for real-time inference, the second  development can include subject-independent cross-validation to ensure the system can generalize to new patients immediately without the need for individual training sessions</a:t>
            </a:r>
          </a:p>
        </p:txBody>
      </p:sp>
    </p:spTree>
    <p:extLst>
      <p:ext uri="{BB962C8B-B14F-4D97-AF65-F5344CB8AC3E}">
        <p14:creationId xmlns:p14="http://schemas.microsoft.com/office/powerpoint/2010/main" val="4145943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up of a fountain pen writing&#10;&#10;AI-generated content may be incorrect.">
            <a:extLst>
              <a:ext uri="{FF2B5EF4-FFF2-40B4-BE49-F238E27FC236}">
                <a16:creationId xmlns:a16="http://schemas.microsoft.com/office/drawing/2014/main" id="{B08B6BF8-858A-1616-8291-86C99AEF2E79}"/>
              </a:ext>
            </a:extLst>
          </p:cNvPr>
          <p:cNvPicPr>
            <a:picLocks noChangeAspect="1"/>
          </p:cNvPicPr>
          <p:nvPr/>
        </p:nvPicPr>
        <p:blipFill>
          <a:blip r:embed="rId2"/>
          <a:stretch>
            <a:fillRect/>
          </a:stretch>
        </p:blipFill>
        <p:spPr>
          <a:xfrm>
            <a:off x="2006834" y="363115"/>
            <a:ext cx="8173097" cy="6134746"/>
          </a:xfrm>
          <a:prstGeom prst="rect">
            <a:avLst/>
          </a:prstGeom>
        </p:spPr>
      </p:pic>
    </p:spTree>
    <p:extLst>
      <p:ext uri="{BB962C8B-B14F-4D97-AF65-F5344CB8AC3E}">
        <p14:creationId xmlns:p14="http://schemas.microsoft.com/office/powerpoint/2010/main" val="2910112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1</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Emotion Classification System using EEG signals for Non-Verbal Patients</vt:lpstr>
      <vt:lpstr>Overview and Problem Statement</vt:lpstr>
      <vt:lpstr>Data Overview</vt:lpstr>
      <vt:lpstr>Exploratory Data Analysis</vt:lpstr>
      <vt:lpstr>Smart Data Engineering: Solving Class Imbalance</vt:lpstr>
      <vt:lpstr>Model Architecture</vt:lpstr>
      <vt:lpstr>Results</vt:lpstr>
      <vt:lpstr>Results</vt:lpstr>
      <vt:lpstr>Validation and Meaningfulness</vt:lpstr>
      <vt:lpstr>Validation and Meaningfulness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Deepashree S Rannore</dc:creator>
  <cp:revision>1</cp:revision>
  <dcterms:created xsi:type="dcterms:W3CDTF">2025-10-16T17:21:55Z</dcterms:created>
  <dcterms:modified xsi:type="dcterms:W3CDTF">2025-12-09T00:37:25Z</dcterms:modified>
</cp:coreProperties>
</file>